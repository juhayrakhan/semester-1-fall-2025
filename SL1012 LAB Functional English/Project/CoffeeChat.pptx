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Lato"/>
      <p:regular r:id="rId14"/>
      <p:bold r:id="rId15"/>
      <p:italic r:id="rId16"/>
      <p:boldItalic r:id="rId17"/>
    </p:embeddedFont>
    <p:embeddedFont>
      <p:font typeface="Sora ExtraBold"/>
      <p:bold r:id="rId18"/>
    </p:embeddedFont>
    <p:embeddedFont>
      <p:font typeface="Sor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Sora-regular.fntdata"/><Relationship Id="rId18" Type="http://schemas.openxmlformats.org/officeDocument/2006/relationships/font" Target="fonts/Sora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0f41e192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0f41e192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0f41e1924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0f41e1924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d1bf8d60a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d1bf8d60a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0f41e19245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0f41e1924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9112bb918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9112bb918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2fc2de9d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2fc2de9d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d1bf8d60a4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d1bf8d60a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36" name="Google Shape;36;p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4" name="Google Shape;64;p6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8" name="Google Shape;68;p7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4" name="Google Shape;74;p7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" name="Google Shape;75;p7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86" name="Google Shape;86;p9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0" name="Google Shape;100;p11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101" name="Google Shape;101;p11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2" name="Google Shape;102;p11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3" name="Google Shape;103;p11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4" name="Google Shape;104;p11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" name="Google Shape;105;p11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6" name="Google Shape;106;p11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107" name="Google Shape;107;p11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9" name="Google Shape;139;p14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47" name="Google Shape;147;p15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6" name="Google Shape;166;p17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7" name="Google Shape;167;p17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8" name="Google Shape;168;p17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9" name="Google Shape;169;p17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9" name="Google Shape;179;p18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180" name="Google Shape;180;p1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81" name="Google Shape;181;p1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82" name="Google Shape;182;p18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8" name="Google Shape;188;p19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189" name="Google Shape;189;p1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1" name="Google Shape;191;p19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2" name="Google Shape;192;p19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93" name="Google Shape;193;p19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194" name="Google Shape;194;p1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3" name="Google Shape;203;p20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09" name="Google Shape;209;p20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211" name="Google Shape;211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214" name="Google Shape;214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21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221" name="Google Shape;221;p21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2" name="Google Shape;222;p21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3" name="Google Shape;223;p21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7" name="Google Shape;227;p21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8" name="Google Shape;228;p21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29" name="Google Shape;229;p21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230" name="Google Shape;230;p21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2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22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2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60" name="Google Shape;260;p2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261" name="Google Shape;261;p2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265" name="Google Shape;265;p2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66" name="Google Shape;266;p2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9" name="Google Shape;269;p24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4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4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4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4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4" name="Google Shape;274;p24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24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6" name="Google Shape;276;p24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0" name="Google Shape;290;p25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5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5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5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5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5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5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7" name="Google Shape;297;p25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8" name="Google Shape;298;p25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9" name="Google Shape;299;p25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0" name="Google Shape;300;p25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1" name="Google Shape;301;p25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02" name="Google Shape;302;p2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04" name="Google Shape;304;p2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05" name="Google Shape;305;p25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306" name="Google Shape;306;p2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26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6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6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6" name="Google Shape;316;p26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317" name="Google Shape;317;p26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321" name="Google Shape;321;p26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/>
          <p:cNvSpPr txBox="1"/>
          <p:nvPr>
            <p:ph type="ctrTitle"/>
          </p:nvPr>
        </p:nvSpPr>
        <p:spPr>
          <a:xfrm>
            <a:off x="4157700" y="1061225"/>
            <a:ext cx="46179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Coffee Chat 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with Mrs. Shomaila Faizan</a:t>
            </a:r>
            <a:endParaRPr sz="4000"/>
          </a:p>
        </p:txBody>
      </p:sp>
      <p:sp>
        <p:nvSpPr>
          <p:cNvPr id="363" name="Google Shape;363;p30"/>
          <p:cNvSpPr txBox="1"/>
          <p:nvPr>
            <p:ph idx="1" type="subTitle"/>
          </p:nvPr>
        </p:nvSpPr>
        <p:spPr>
          <a:xfrm>
            <a:off x="4157700" y="2997200"/>
            <a:ext cx="4260000" cy="799200"/>
          </a:xfrm>
          <a:prstGeom prst="rect">
            <a:avLst/>
          </a:prstGeom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Alumni, CEO of Core Cognitive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creator of Mina</a:t>
            </a:r>
            <a:endParaRPr/>
          </a:p>
        </p:txBody>
      </p:sp>
      <p:cxnSp>
        <p:nvCxnSpPr>
          <p:cNvPr id="364" name="Google Shape;364;p30"/>
          <p:cNvCxnSpPr>
            <a:endCxn id="363" idx="1"/>
          </p:cNvCxnSpPr>
          <p:nvPr/>
        </p:nvCxnSpPr>
        <p:spPr>
          <a:xfrm flipH="1" rot="-5400000">
            <a:off x="1987200" y="122630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65" name="Google Shape;365;p30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66" name="Google Shape;366;p30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67" name="Google Shape;367;p30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30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0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0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0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0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0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0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0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30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30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30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30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30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30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30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30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30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30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30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0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30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30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0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30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30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30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30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30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30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30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30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30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30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30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0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30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30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30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0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0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0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30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30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30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30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0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9" name="Google Shape;419;p30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0" name="Google Shape;420;p30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30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" name="Google Shape;422;p30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3" name="Google Shape;423;p30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30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30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30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30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28" name="Google Shape;428;p30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"/>
          <p:cNvSpPr txBox="1"/>
          <p:nvPr>
            <p:ph type="title"/>
          </p:nvPr>
        </p:nvSpPr>
        <p:spPr>
          <a:xfrm>
            <a:off x="979225" y="158350"/>
            <a:ext cx="5220900" cy="10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 Professional</a:t>
            </a:r>
            <a:endParaRPr/>
          </a:p>
        </p:txBody>
      </p:sp>
      <p:grpSp>
        <p:nvGrpSpPr>
          <p:cNvPr id="434" name="Google Shape;434;p31"/>
          <p:cNvGrpSpPr/>
          <p:nvPr/>
        </p:nvGrpSpPr>
        <p:grpSpPr>
          <a:xfrm>
            <a:off x="4081011" y="2935194"/>
            <a:ext cx="2119120" cy="2065782"/>
            <a:chOff x="5504532" y="1402030"/>
            <a:chExt cx="3231844" cy="3156274"/>
          </a:xfrm>
        </p:grpSpPr>
        <p:sp>
          <p:nvSpPr>
            <p:cNvPr id="435" name="Google Shape;435;p31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23625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113300" lIns="113300" spcFirstLastPara="1" rIns="113300" wrap="square" tIns="113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113300" lIns="113300" spcFirstLastPara="1" rIns="113300" wrap="square" tIns="113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7" name="Google Shape;437;p31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38" name="Google Shape;438;p31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1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31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31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31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3" name="Google Shape;443;p31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44" name="Google Shape;444;p31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45" name="Google Shape;445;p31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236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13300" lIns="113300" spcFirstLastPara="1" rIns="113300" wrap="square" tIns="1133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31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113300" lIns="113300" spcFirstLastPara="1" rIns="113300" wrap="square" tIns="1133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47" name="Google Shape;447;p31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" name="Google Shape;448;p31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49" name="Google Shape;449;p31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236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31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31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" name="Google Shape;452;p31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53" name="Google Shape;453;p31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31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236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31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6" name="Google Shape;456;p31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23625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113300" lIns="113300" spcFirstLastPara="1" rIns="113300" wrap="square" tIns="113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1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23625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113300" lIns="113300" spcFirstLastPara="1" rIns="113300" wrap="square" tIns="113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1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23625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113300" lIns="113300" spcFirstLastPara="1" rIns="113300" wrap="square" tIns="113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9" name="Google Shape;459;p31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60" name="Google Shape;460;p31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31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236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31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3542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3" name="Google Shape;463;p31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64" name="Google Shape;464;p31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1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31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13300" lIns="113300" spcFirstLastPara="1" rIns="113300" wrap="square" tIns="1133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467" name="Google Shape;467;p31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68" name="Google Shape;468;p31"/>
          <p:cNvSpPr txBox="1"/>
          <p:nvPr/>
        </p:nvSpPr>
        <p:spPr>
          <a:xfrm>
            <a:off x="743700" y="1199050"/>
            <a:ext cx="5220900" cy="25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FAST-NUCES graduate, BS CS (2001)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Has her own tech startup Corecognitive.io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Works at the intersection of AI, wellness, and coaching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9" name="Google Shape;469;p31"/>
          <p:cNvPicPr preferRelativeResize="0"/>
          <p:nvPr/>
        </p:nvPicPr>
        <p:blipFill rotWithShape="1">
          <a:blip r:embed="rId3">
            <a:alphaModFix/>
          </a:blip>
          <a:srcRect b="40336" l="0" r="0" t="13591"/>
          <a:stretch/>
        </p:blipFill>
        <p:spPr>
          <a:xfrm>
            <a:off x="6200125" y="955802"/>
            <a:ext cx="3493500" cy="3624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"/>
          <p:cNvSpPr txBox="1"/>
          <p:nvPr>
            <p:ph type="title"/>
          </p:nvPr>
        </p:nvSpPr>
        <p:spPr>
          <a:xfrm>
            <a:off x="426550" y="117025"/>
            <a:ext cx="6263700" cy="10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Insights on</a:t>
            </a:r>
            <a:r>
              <a:rPr lang="en" sz="3400"/>
              <a:t> </a:t>
            </a:r>
            <a:r>
              <a:rPr lang="en" sz="2900"/>
              <a:t>Culture &amp; Her Role</a:t>
            </a:r>
            <a:r>
              <a:rPr lang="en"/>
              <a:t> </a:t>
            </a:r>
            <a:endParaRPr/>
          </a:p>
        </p:txBody>
      </p:sp>
      <p:grpSp>
        <p:nvGrpSpPr>
          <p:cNvPr id="475" name="Google Shape;475;p32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476" name="Google Shape;476;p32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477" name="Google Shape;477;p32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rect b="b" l="l" r="r" t="t"/>
                <a:pathLst>
                  <a:path extrusionOk="0" h="1987" w="48848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32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rect b="b" l="l" r="r" t="t"/>
                <a:pathLst>
                  <a:path extrusionOk="0" h="21633" w="32885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32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rect b="b" l="l" r="r" t="t"/>
                <a:pathLst>
                  <a:path extrusionOk="0" h="21467" w="32717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32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rect b="b" l="l" r="r" t="t"/>
                <a:pathLst>
                  <a:path extrusionOk="0" h="18106" w="29068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32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rect b="b" l="l" r="r" t="t"/>
                <a:pathLst>
                  <a:path extrusionOk="0" h="1595" w="41902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32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rect b="b" l="l" r="r" t="t"/>
                <a:pathLst>
                  <a:path extrusionOk="0" h="9244" w="42241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32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rect b="b" l="l" r="r" t="t"/>
                <a:pathLst>
                  <a:path extrusionOk="0" h="4420" w="34921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84" name="Google Shape;484;p32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485" name="Google Shape;485;p32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rect b="b" l="l" r="r" t="t"/>
                  <a:pathLst>
                    <a:path extrusionOk="0" h="3764" w="32492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32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rect b="b" l="l" r="r" t="t"/>
                  <a:pathLst>
                    <a:path extrusionOk="0" h="3770" w="32516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87" name="Google Shape;487;p32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rect b="b" l="l" r="r" t="t"/>
                <a:pathLst>
                  <a:path extrusionOk="0" h="3258" w="12448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32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rect b="b" l="l" r="r" t="t"/>
                <a:pathLst>
                  <a:path extrusionOk="0" h="11914" w="12622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32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rect b="b" l="l" r="r" t="t"/>
                <a:pathLst>
                  <a:path extrusionOk="0" h="5209" w="6457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32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rect b="b" l="l" r="r" t="t"/>
                <a:pathLst>
                  <a:path extrusionOk="0" h="11913" w="1261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2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rect b="b" l="l" r="r" t="t"/>
                <a:pathLst>
                  <a:path extrusionOk="0" h="5197" w="6463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32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rect b="b" l="l" r="r" t="t"/>
                <a:pathLst>
                  <a:path extrusionOk="0" h="13991" w="1341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32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rect b="b" l="l" r="r" t="t"/>
                <a:pathLst>
                  <a:path extrusionOk="0" h="9750" w="9485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32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rect b="b" l="l" r="r" t="t"/>
                <a:pathLst>
                  <a:path extrusionOk="0" h="13180" w="12632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32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rect b="b" l="l" r="r" t="t"/>
                <a:pathLst>
                  <a:path extrusionOk="0" h="9957" w="8127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32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rect b="b" l="l" r="r" t="t"/>
                <a:pathLst>
                  <a:path extrusionOk="0" h="3489" w="4299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32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rect b="b" l="l" r="r" t="t"/>
                <a:pathLst>
                  <a:path extrusionOk="0" h="8495" w="8264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32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rect b="b" l="l" r="r" t="t"/>
                <a:pathLst>
                  <a:path extrusionOk="0" h="6095" w="4979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32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500" name="Google Shape;500;p32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2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32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32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32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5" name="Google Shape;505;p32"/>
            <p:cNvSpPr/>
            <p:nvPr/>
          </p:nvSpPr>
          <p:spPr>
            <a:xfrm>
              <a:off x="8189731" y="2120047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dk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7235030" y="2898432"/>
              <a:ext cx="259947" cy="259667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dk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7" name="Google Shape;507;p32"/>
          <p:cNvSpPr txBox="1"/>
          <p:nvPr/>
        </p:nvSpPr>
        <p:spPr>
          <a:xfrm>
            <a:off x="739050" y="1153500"/>
            <a:ext cx="48975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Work culture: Remote, peer to peer, collaborative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Day-to-day tasks: coaching clients,  building AI tools, content creation</a:t>
            </a:r>
            <a:endParaRPr sz="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 sz="2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“Core Cognitive’s focus was mainly on the learning, reflection, and constant improvement.” 	</a:t>
            </a:r>
            <a:r>
              <a:rPr lang="en" sz="2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Mrs. Shomaila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3"/>
          <p:cNvSpPr txBox="1"/>
          <p:nvPr>
            <p:ph type="title"/>
          </p:nvPr>
        </p:nvSpPr>
        <p:spPr>
          <a:xfrm>
            <a:off x="942875" y="520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Website: 	</a:t>
            </a:r>
            <a:r>
              <a:rPr b="0" lang="en">
                <a:solidFill>
                  <a:schemeClr val="dk2"/>
                </a:solidFill>
              </a:rPr>
              <a:t>corecognitive.io</a:t>
            </a:r>
            <a:endParaRPr b="0">
              <a:solidFill>
                <a:schemeClr val="dk2"/>
              </a:solidFill>
            </a:endParaRPr>
          </a:p>
        </p:txBody>
      </p:sp>
      <p:sp>
        <p:nvSpPr>
          <p:cNvPr id="513" name="Google Shape;513;p33"/>
          <p:cNvSpPr/>
          <p:nvPr/>
        </p:nvSpPr>
        <p:spPr>
          <a:xfrm>
            <a:off x="627713" y="1490775"/>
            <a:ext cx="716400" cy="7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14" name="Google Shape;514;p33"/>
          <p:cNvGrpSpPr/>
          <p:nvPr/>
        </p:nvGrpSpPr>
        <p:grpSpPr>
          <a:xfrm>
            <a:off x="817325" y="1598802"/>
            <a:ext cx="337199" cy="500353"/>
            <a:chOff x="4003063" y="4027752"/>
            <a:chExt cx="337199" cy="500353"/>
          </a:xfrm>
        </p:grpSpPr>
        <p:sp>
          <p:nvSpPr>
            <p:cNvPr id="515" name="Google Shape;515;p33"/>
            <p:cNvSpPr/>
            <p:nvPr/>
          </p:nvSpPr>
          <p:spPr>
            <a:xfrm>
              <a:off x="4091081" y="4351250"/>
              <a:ext cx="88046" cy="176855"/>
            </a:xfrm>
            <a:custGeom>
              <a:rect b="b" l="l" r="r" t="t"/>
              <a:pathLst>
                <a:path extrusionOk="0" h="6480" w="3226">
                  <a:moveTo>
                    <a:pt x="2149" y="1610"/>
                  </a:moveTo>
                  <a:lnTo>
                    <a:pt x="2149" y="2686"/>
                  </a:lnTo>
                  <a:lnTo>
                    <a:pt x="1073" y="2686"/>
                  </a:lnTo>
                  <a:lnTo>
                    <a:pt x="1073" y="1610"/>
                  </a:lnTo>
                  <a:close/>
                  <a:moveTo>
                    <a:pt x="2149" y="3759"/>
                  </a:moveTo>
                  <a:lnTo>
                    <a:pt x="2149" y="4835"/>
                  </a:lnTo>
                  <a:lnTo>
                    <a:pt x="1073" y="4835"/>
                  </a:lnTo>
                  <a:lnTo>
                    <a:pt x="1073" y="3759"/>
                  </a:lnTo>
                  <a:close/>
                  <a:moveTo>
                    <a:pt x="0" y="0"/>
                  </a:moveTo>
                  <a:lnTo>
                    <a:pt x="0" y="6479"/>
                  </a:lnTo>
                  <a:lnTo>
                    <a:pt x="3226" y="6479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4003145" y="4086404"/>
              <a:ext cx="43941" cy="58679"/>
            </a:xfrm>
            <a:custGeom>
              <a:rect b="b" l="l" r="r" t="t"/>
              <a:pathLst>
                <a:path extrusionOk="0" h="2150" w="1610">
                  <a:moveTo>
                    <a:pt x="1" y="1"/>
                  </a:moveTo>
                  <a:lnTo>
                    <a:pt x="1" y="2149"/>
                  </a:lnTo>
                  <a:lnTo>
                    <a:pt x="1610" y="2149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4076343" y="4057037"/>
              <a:ext cx="43941" cy="58570"/>
            </a:xfrm>
            <a:custGeom>
              <a:rect b="b" l="l" r="r" t="t"/>
              <a:pathLst>
                <a:path extrusionOk="0" h="2146" w="1610">
                  <a:moveTo>
                    <a:pt x="0" y="0"/>
                  </a:moveTo>
                  <a:lnTo>
                    <a:pt x="0" y="2146"/>
                  </a:lnTo>
                  <a:lnTo>
                    <a:pt x="1610" y="214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4149733" y="4027752"/>
              <a:ext cx="43941" cy="58679"/>
            </a:xfrm>
            <a:custGeom>
              <a:rect b="b" l="l" r="r" t="t"/>
              <a:pathLst>
                <a:path extrusionOk="0" h="2150" w="1610">
                  <a:moveTo>
                    <a:pt x="0" y="1"/>
                  </a:moveTo>
                  <a:lnTo>
                    <a:pt x="0" y="2150"/>
                  </a:lnTo>
                  <a:lnTo>
                    <a:pt x="1609" y="2150"/>
                  </a:lnTo>
                  <a:lnTo>
                    <a:pt x="1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4223013" y="4057037"/>
              <a:ext cx="43941" cy="58570"/>
            </a:xfrm>
            <a:custGeom>
              <a:rect b="b" l="l" r="r" t="t"/>
              <a:pathLst>
                <a:path extrusionOk="0" h="2146" w="1610">
                  <a:moveTo>
                    <a:pt x="1" y="0"/>
                  </a:moveTo>
                  <a:lnTo>
                    <a:pt x="1" y="2146"/>
                  </a:lnTo>
                  <a:lnTo>
                    <a:pt x="1610" y="214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4003145" y="4174340"/>
              <a:ext cx="44050" cy="61381"/>
            </a:xfrm>
            <a:custGeom>
              <a:rect b="b" l="l" r="r" t="t"/>
              <a:pathLst>
                <a:path extrusionOk="0" h="2249" w="1614">
                  <a:moveTo>
                    <a:pt x="1" y="0"/>
                  </a:moveTo>
                  <a:lnTo>
                    <a:pt x="1" y="2248"/>
                  </a:lnTo>
                  <a:cubicBezTo>
                    <a:pt x="442" y="1796"/>
                    <a:pt x="996" y="1472"/>
                    <a:pt x="1613" y="1285"/>
                  </a:cubicBezTo>
                  <a:lnTo>
                    <a:pt x="16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4076343" y="4145055"/>
              <a:ext cx="43941" cy="59552"/>
            </a:xfrm>
            <a:custGeom>
              <a:rect b="b" l="l" r="r" t="t"/>
              <a:pathLst>
                <a:path extrusionOk="0" h="2182" w="1610">
                  <a:moveTo>
                    <a:pt x="0" y="0"/>
                  </a:moveTo>
                  <a:lnTo>
                    <a:pt x="0" y="2181"/>
                  </a:lnTo>
                  <a:lnTo>
                    <a:pt x="1610" y="2181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4149733" y="4115579"/>
              <a:ext cx="43941" cy="89028"/>
            </a:xfrm>
            <a:custGeom>
              <a:rect b="b" l="l" r="r" t="t"/>
              <a:pathLst>
                <a:path extrusionOk="0" h="3262" w="1610">
                  <a:moveTo>
                    <a:pt x="0" y="1"/>
                  </a:moveTo>
                  <a:lnTo>
                    <a:pt x="0" y="3261"/>
                  </a:lnTo>
                  <a:lnTo>
                    <a:pt x="1609" y="3261"/>
                  </a:lnTo>
                  <a:lnTo>
                    <a:pt x="1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4223013" y="4144946"/>
              <a:ext cx="43941" cy="91048"/>
            </a:xfrm>
            <a:custGeom>
              <a:rect b="b" l="l" r="r" t="t"/>
              <a:pathLst>
                <a:path extrusionOk="0" h="3336" w="1610">
                  <a:moveTo>
                    <a:pt x="1" y="1"/>
                  </a:moveTo>
                  <a:lnTo>
                    <a:pt x="1" y="2358"/>
                  </a:lnTo>
                  <a:cubicBezTo>
                    <a:pt x="622" y="2542"/>
                    <a:pt x="1169" y="2884"/>
                    <a:pt x="1610" y="3336"/>
                  </a:cubicBezTo>
                  <a:lnTo>
                    <a:pt x="1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4296321" y="4204580"/>
              <a:ext cx="43941" cy="88046"/>
            </a:xfrm>
            <a:custGeom>
              <a:rect b="b" l="l" r="r" t="t"/>
              <a:pathLst>
                <a:path extrusionOk="0" h="3226" w="1610">
                  <a:moveTo>
                    <a:pt x="0" y="0"/>
                  </a:moveTo>
                  <a:lnTo>
                    <a:pt x="0" y="3225"/>
                  </a:lnTo>
                  <a:lnTo>
                    <a:pt x="1609" y="3225"/>
                  </a:lnTo>
                  <a:lnTo>
                    <a:pt x="16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4003063" y="4233838"/>
              <a:ext cx="337199" cy="258433"/>
            </a:xfrm>
            <a:custGeom>
              <a:rect b="b" l="l" r="r" t="t"/>
              <a:pathLst>
                <a:path extrusionOk="0" h="9469" w="12355">
                  <a:moveTo>
                    <a:pt x="2685" y="1"/>
                  </a:moveTo>
                  <a:cubicBezTo>
                    <a:pt x="1203" y="1"/>
                    <a:pt x="0" y="1204"/>
                    <a:pt x="0" y="2686"/>
                  </a:cubicBezTo>
                  <a:lnTo>
                    <a:pt x="0" y="8392"/>
                  </a:lnTo>
                  <a:lnTo>
                    <a:pt x="2149" y="9469"/>
                  </a:lnTo>
                  <a:lnTo>
                    <a:pt x="2149" y="3226"/>
                  </a:lnTo>
                  <a:lnTo>
                    <a:pt x="7520" y="3226"/>
                  </a:lnTo>
                  <a:lnTo>
                    <a:pt x="7520" y="9469"/>
                  </a:lnTo>
                  <a:lnTo>
                    <a:pt x="9669" y="8392"/>
                  </a:lnTo>
                  <a:lnTo>
                    <a:pt x="9669" y="6444"/>
                  </a:lnTo>
                  <a:lnTo>
                    <a:pt x="10745" y="6444"/>
                  </a:lnTo>
                  <a:cubicBezTo>
                    <a:pt x="11631" y="6444"/>
                    <a:pt x="12354" y="5721"/>
                    <a:pt x="12354" y="4835"/>
                  </a:cubicBezTo>
                  <a:lnTo>
                    <a:pt x="12354" y="3226"/>
                  </a:lnTo>
                  <a:lnTo>
                    <a:pt x="9669" y="3226"/>
                  </a:lnTo>
                  <a:lnTo>
                    <a:pt x="9669" y="2686"/>
                  </a:lnTo>
                  <a:cubicBezTo>
                    <a:pt x="9669" y="1204"/>
                    <a:pt x="8465" y="1"/>
                    <a:pt x="6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26" name="Google Shape;5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518" y="1301675"/>
            <a:ext cx="6584700" cy="3454500"/>
          </a:xfrm>
          <a:prstGeom prst="roundRect">
            <a:avLst>
              <a:gd fmla="val 584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4"/>
          <p:cNvSpPr txBox="1"/>
          <p:nvPr>
            <p:ph type="title"/>
          </p:nvPr>
        </p:nvSpPr>
        <p:spPr>
          <a:xfrm>
            <a:off x="1572925" y="201925"/>
            <a:ext cx="5845800" cy="1285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</a:rPr>
              <a:t>Insights on Industry </a:t>
            </a:r>
            <a:endParaRPr sz="3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</a:rPr>
              <a:t>&amp; Career Path</a:t>
            </a:r>
            <a:endParaRPr sz="2000">
              <a:solidFill>
                <a:schemeClr val="lt1"/>
              </a:solidFill>
            </a:endParaRPr>
          </a:p>
        </p:txBody>
      </p:sp>
      <p:cxnSp>
        <p:nvCxnSpPr>
          <p:cNvPr id="532" name="Google Shape;532;p34"/>
          <p:cNvCxnSpPr/>
          <p:nvPr/>
        </p:nvCxnSpPr>
        <p:spPr>
          <a:xfrm flipH="1" rot="-5400000">
            <a:off x="7656263" y="39147"/>
            <a:ext cx="8838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33" name="Google Shape;533;p34"/>
          <p:cNvCxnSpPr>
            <a:stCxn id="531" idx="3"/>
            <a:endCxn id="534" idx="3"/>
          </p:cNvCxnSpPr>
          <p:nvPr/>
        </p:nvCxnSpPr>
        <p:spPr>
          <a:xfrm flipH="1">
            <a:off x="7180525" y="844675"/>
            <a:ext cx="238200" cy="735900"/>
          </a:xfrm>
          <a:prstGeom prst="bentConnector4">
            <a:avLst>
              <a:gd fmla="val -99969" name="adj1"/>
              <a:gd fmla="val 93671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35" name="Google Shape;535;p34"/>
          <p:cNvSpPr txBox="1"/>
          <p:nvPr/>
        </p:nvSpPr>
        <p:spPr>
          <a:xfrm>
            <a:off x="1166850" y="1580575"/>
            <a:ext cx="68103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“We host our website and our Mina AI API on the, you </a:t>
            </a:r>
            <a:endParaRPr i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know, AWS clouds, for now, but um, updating these </a:t>
            </a:r>
            <a:endParaRPr i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systems is always very important”</a:t>
            </a:r>
            <a:endParaRPr i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Technology changes fast — staying updated is necessary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learning helps you stay relevant in the CS industry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New tools like AI, Machine Learning, and automation are shaping future careers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6" name="Google Shape;536;p34"/>
          <p:cNvCxnSpPr>
            <a:endCxn id="531" idx="0"/>
          </p:cNvCxnSpPr>
          <p:nvPr/>
        </p:nvCxnSpPr>
        <p:spPr>
          <a:xfrm>
            <a:off x="3481225" y="-251375"/>
            <a:ext cx="1014600" cy="453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5"/>
          <p:cNvSpPr txBox="1"/>
          <p:nvPr>
            <p:ph idx="2" type="subTitle"/>
          </p:nvPr>
        </p:nvSpPr>
        <p:spPr>
          <a:xfrm>
            <a:off x="1061650" y="1616625"/>
            <a:ext cx="35241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This hustle culture which is very popular… doesn’t always lead to the best case scenario, it, rather, causes very big burnouts.”</a:t>
            </a:r>
            <a:endParaRPr i="1" sz="18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Use time effectively, give yourself time to rest and reflect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Using strategies like Pomodoro gives better results than cramming.</a:t>
            </a:r>
            <a:endParaRPr sz="1600"/>
          </a:p>
        </p:txBody>
      </p:sp>
      <p:sp>
        <p:nvSpPr>
          <p:cNvPr id="542" name="Google Shape;542;p35"/>
          <p:cNvSpPr txBox="1"/>
          <p:nvPr>
            <p:ph idx="1" type="subTitle"/>
          </p:nvPr>
        </p:nvSpPr>
        <p:spPr>
          <a:xfrm>
            <a:off x="4654525" y="1616625"/>
            <a:ext cx="3524100" cy="3177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“</a:t>
            </a:r>
            <a:r>
              <a:rPr i="1" lang="en" sz="1800">
                <a:solidFill>
                  <a:schemeClr val="dk2"/>
                </a:solidFill>
              </a:rPr>
              <a:t>You’re Generation Z right? So your generation has a very, short temper, and low patience so I think building that up is, very important, yes”</a:t>
            </a:r>
            <a:endParaRPr i="1" sz="18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Engage in tasks for the sake of learning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Learn to enjoy the process instead of just waiting for the result</a:t>
            </a:r>
            <a:endParaRPr sz="1600"/>
          </a:p>
        </p:txBody>
      </p:sp>
      <p:sp>
        <p:nvSpPr>
          <p:cNvPr id="543" name="Google Shape;543;p35"/>
          <p:cNvSpPr txBox="1"/>
          <p:nvPr/>
        </p:nvSpPr>
        <p:spPr>
          <a:xfrm>
            <a:off x="1323700" y="416025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Popular Advice </a:t>
            </a: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Mrs. Shomaila</a:t>
            </a: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does </a:t>
            </a:r>
            <a:r>
              <a:rPr i="1" lang="en" sz="2000" u="sng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not</a:t>
            </a:r>
            <a:r>
              <a:rPr b="1" i="1" lang="en" sz="2000" u="sng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believe in personally: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4" name="Google Shape;544;p35"/>
          <p:cNvSpPr txBox="1"/>
          <p:nvPr/>
        </p:nvSpPr>
        <p:spPr>
          <a:xfrm>
            <a:off x="4820300" y="593025"/>
            <a:ext cx="300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Personal Advice for First-Year Students: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6"/>
          <p:cNvSpPr txBox="1"/>
          <p:nvPr>
            <p:ph idx="1" type="subTitle"/>
          </p:nvPr>
        </p:nvSpPr>
        <p:spPr>
          <a:xfrm>
            <a:off x="1561325" y="544375"/>
            <a:ext cx="35769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latin typeface="Sora"/>
                <a:ea typeface="Sora"/>
                <a:cs typeface="Sora"/>
                <a:sym typeface="Sora"/>
              </a:rPr>
              <a:t>Conclusion</a:t>
            </a:r>
            <a:endParaRPr b="1" sz="4400"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50" name="Google Shape;550;p36"/>
          <p:cNvGrpSpPr/>
          <p:nvPr/>
        </p:nvGrpSpPr>
        <p:grpSpPr>
          <a:xfrm>
            <a:off x="5951025" y="544375"/>
            <a:ext cx="2854173" cy="2794752"/>
            <a:chOff x="5824825" y="1527650"/>
            <a:chExt cx="2854173" cy="2794752"/>
          </a:xfrm>
        </p:grpSpPr>
        <p:sp>
          <p:nvSpPr>
            <p:cNvPr id="551" name="Google Shape;551;p36"/>
            <p:cNvSpPr/>
            <p:nvPr/>
          </p:nvSpPr>
          <p:spPr>
            <a:xfrm>
              <a:off x="6851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7477175" y="4122900"/>
              <a:ext cx="1157331" cy="199500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5974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36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55" name="Google Shape;555;p36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rect b="b" l="l" r="r" t="t"/>
                <a:pathLst>
                  <a:path extrusionOk="0" h="4219" w="4168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6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rect b="b" l="l" r="r" t="t"/>
                <a:pathLst>
                  <a:path extrusionOk="0" h="9634" w="7615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36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rect b="b" l="l" r="r" t="t"/>
                <a:pathLst>
                  <a:path extrusionOk="0" h="13894" w="13893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6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rect b="b" l="l" r="r" t="t"/>
                <a:pathLst>
                  <a:path extrusionOk="0" h="3287" w="3241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36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rect b="b" l="l" r="r" t="t"/>
                <a:pathLst>
                  <a:path extrusionOk="0" h="7517" w="594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36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rect b="b" l="l" r="r" t="t"/>
                <a:pathLst>
                  <a:path extrusionOk="0" h="10826" w="10831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6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rect b="b" l="l" r="r" t="t"/>
                <a:pathLst>
                  <a:path extrusionOk="0" h="8760" w="9525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36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rect b="b" l="l" r="r" t="t"/>
                <a:pathLst>
                  <a:path extrusionOk="0" h="364" w="3333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6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rect b="b" l="l" r="r" t="t"/>
                <a:pathLst>
                  <a:path extrusionOk="0" h="364" w="2735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6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rect b="b" l="l" r="r" t="t"/>
                <a:pathLst>
                  <a:path extrusionOk="0" h="363" w="2153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36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rect b="b" l="l" r="r" t="t"/>
                <a:pathLst>
                  <a:path extrusionOk="0" h="363" w="2705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36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rect b="b" l="l" r="r" t="t"/>
                <a:pathLst>
                  <a:path extrusionOk="0" h="363" w="968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36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rect b="b" l="l" r="r" t="t"/>
                <a:pathLst>
                  <a:path extrusionOk="0" h="364" w="1652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36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rect b="b" l="l" r="r" t="t"/>
                <a:pathLst>
                  <a:path extrusionOk="0" h="364" w="1353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36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rect b="b" l="l" r="r" t="t"/>
                <a:pathLst>
                  <a:path extrusionOk="0" h="33097" w="15062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36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rect b="b" l="l" r="r" t="t"/>
                <a:pathLst>
                  <a:path extrusionOk="0" h="34392" w="3972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36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rect b="b" l="l" r="r" t="t"/>
                <a:pathLst>
                  <a:path extrusionOk="0" h="34806" w="16201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36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rect b="b" l="l" r="r" t="t"/>
                <a:pathLst>
                  <a:path extrusionOk="0" h="26996" w="1071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36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rect b="b" l="l" r="r" t="t"/>
                <a:pathLst>
                  <a:path extrusionOk="0" h="13427" w="10215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36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rect b="b" l="l" r="r" t="t"/>
                <a:pathLst>
                  <a:path extrusionOk="0" h="8597" w="5317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36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rect b="b" l="l" r="r" t="t"/>
                <a:pathLst>
                  <a:path extrusionOk="0" h="22617" w="20034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36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rect b="b" l="l" r="r" t="t"/>
                <a:pathLst>
                  <a:path extrusionOk="0" h="4449" w="9243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36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rect b="b" l="l" r="r" t="t"/>
                <a:pathLst>
                  <a:path extrusionOk="0" h="2298" w="9237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6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rect b="b" l="l" r="r" t="t"/>
                <a:pathLst>
                  <a:path extrusionOk="0" h="4979" w="16632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36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rect b="b" l="l" r="r" t="t"/>
                <a:pathLst>
                  <a:path extrusionOk="0" h="13784" w="1722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36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rect b="b" l="l" r="r" t="t"/>
                <a:pathLst>
                  <a:path extrusionOk="0" h="9174" w="14187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36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rect b="b" l="l" r="r" t="t"/>
                <a:pathLst>
                  <a:path extrusionOk="0" h="4047" w="11914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6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rect b="b" l="l" r="r" t="t"/>
                <a:pathLst>
                  <a:path extrusionOk="0" h="991" w="2769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6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rect b="b" l="l" r="r" t="t"/>
                <a:pathLst>
                  <a:path extrusionOk="0" h="1232" w="2182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36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rect b="b" l="l" r="r" t="t"/>
                <a:pathLst>
                  <a:path extrusionOk="0" h="1232" w="2176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36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rect b="b" l="l" r="r" t="t"/>
                <a:pathLst>
                  <a:path extrusionOk="0" h="6176" w="14693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6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rect b="b" l="l" r="r" t="t"/>
                <a:pathLst>
                  <a:path extrusionOk="0" h="4622" w="565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36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rect b="b" l="l" r="r" t="t"/>
                <a:pathLst>
                  <a:path extrusionOk="0" h="7086" w="19004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36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rect b="b" l="l" r="r" t="t"/>
                <a:pathLst>
                  <a:path extrusionOk="0" h="4915" w="2131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36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rect b="b" l="l" r="r" t="t"/>
                <a:pathLst>
                  <a:path extrusionOk="0" h="4915" w="213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36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rect b="b" l="l" r="r" t="t"/>
                <a:pathLst>
                  <a:path extrusionOk="0" h="4886" w="6648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36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rect b="b" l="l" r="r" t="t"/>
                <a:pathLst>
                  <a:path extrusionOk="0" h="1912" w="2954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6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rect b="b" l="l" r="r" t="t"/>
                <a:pathLst>
                  <a:path extrusionOk="0" h="11304" w="3735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36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rect b="b" l="l" r="r" t="t"/>
                <a:pathLst>
                  <a:path extrusionOk="0" h="14371" w="5388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6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rect b="b" l="l" r="r" t="t"/>
                <a:pathLst>
                  <a:path extrusionOk="0" h="1330" w="2469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6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rect b="b" l="l" r="r" t="t"/>
                <a:pathLst>
                  <a:path extrusionOk="0" h="4012" w="4697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6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rect b="b" l="l" r="r" t="t"/>
                <a:pathLst>
                  <a:path extrusionOk="0" h="3627" w="232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6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rect b="b" l="l" r="r" t="t"/>
                <a:pathLst>
                  <a:path extrusionOk="0" h="2656" w="2608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6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rect b="b" l="l" r="r" t="t"/>
                <a:pathLst>
                  <a:path extrusionOk="0" h="2815" w="2608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36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rect b="b" l="l" r="r" t="t"/>
                <a:pathLst>
                  <a:path extrusionOk="0" h="1664" w="1354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6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rect b="b" l="l" r="r" t="t"/>
                <a:pathLst>
                  <a:path extrusionOk="0" h="1383" w="1169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6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rect b="b" l="l" r="r" t="t"/>
                <a:pathLst>
                  <a:path extrusionOk="0" h="2838" w="2931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6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rect b="b" l="l" r="r" t="t"/>
                <a:pathLst>
                  <a:path extrusionOk="0" h="10009" w="3264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6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rect b="b" l="l" r="r" t="t"/>
                <a:pathLst>
                  <a:path extrusionOk="0" h="9951" w="2516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36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rect b="b" l="l" r="r" t="t"/>
                <a:pathLst>
                  <a:path extrusionOk="0" h="9721" w="3396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6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rect b="b" l="l" r="r" t="t"/>
                <a:pathLst>
                  <a:path extrusionOk="0" h="2314" w="3034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6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rect b="b" l="l" r="r" t="t"/>
                <a:pathLst>
                  <a:path extrusionOk="0" h="7235" w="4207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6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rect b="b" l="l" r="r" t="t"/>
                <a:pathLst>
                  <a:path extrusionOk="0" h="6372" w="2205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6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rect b="b" l="l" r="r" t="t"/>
                <a:pathLst>
                  <a:path extrusionOk="0" h="911" w="2326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6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rect b="b" l="l" r="r" t="t"/>
                <a:pathLst>
                  <a:path extrusionOk="0" h="6176" w="1791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6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rect b="b" l="l" r="r" t="t"/>
                <a:pathLst>
                  <a:path extrusionOk="0" h="4576" w="1244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6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rect b="b" l="l" r="r" t="t"/>
                <a:pathLst>
                  <a:path extrusionOk="0" h="2890" w="2648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6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rect b="b" l="l" r="r" t="t"/>
                <a:pathLst>
                  <a:path extrusionOk="0" h="6176" w="6245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6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rect b="b" l="l" r="r" t="t"/>
                <a:pathLst>
                  <a:path extrusionOk="0" h="11287" w="14273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6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rect b="b" l="l" r="r" t="t"/>
                <a:pathLst>
                  <a:path extrusionOk="0" h="20569" w="20575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5" name="Google Shape;615;p36"/>
          <p:cNvSpPr txBox="1"/>
          <p:nvPr/>
        </p:nvSpPr>
        <p:spPr>
          <a:xfrm>
            <a:off x="880479" y="1283125"/>
            <a:ext cx="4938600" cy="22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“CS is not only about the coding. It’s about, you know, creativity, learning, and building the meaningful solutions from the problems you are given”</a:t>
            </a:r>
            <a:endParaRPr i="1" sz="3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" name="Google Shape;616;p36"/>
          <p:cNvSpPr txBox="1"/>
          <p:nvPr/>
        </p:nvSpPr>
        <p:spPr>
          <a:xfrm>
            <a:off x="3239750" y="3291675"/>
            <a:ext cx="2854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ato"/>
              <a:buChar char="-"/>
            </a:pPr>
            <a:r>
              <a:rPr b="1" i="1" lang="en" sz="2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Mrs. Shomaila</a:t>
            </a:r>
            <a:endParaRPr b="1" i="1" sz="3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7"/>
          <p:cNvSpPr/>
          <p:nvPr/>
        </p:nvSpPr>
        <p:spPr>
          <a:xfrm>
            <a:off x="6443234" y="1782495"/>
            <a:ext cx="2116992" cy="2274061"/>
          </a:xfrm>
          <a:custGeom>
            <a:rect b="b" l="l" r="r" t="t"/>
            <a:pathLst>
              <a:path extrusionOk="0" h="34432" w="32055">
                <a:moveTo>
                  <a:pt x="16028" y="1"/>
                </a:moveTo>
                <a:cubicBezTo>
                  <a:pt x="9479" y="334"/>
                  <a:pt x="3896" y="4823"/>
                  <a:pt x="0" y="8995"/>
                </a:cubicBezTo>
                <a:cubicBezTo>
                  <a:pt x="0" y="33010"/>
                  <a:pt x="16028" y="34432"/>
                  <a:pt x="16028" y="34432"/>
                </a:cubicBezTo>
                <a:cubicBezTo>
                  <a:pt x="16028" y="34432"/>
                  <a:pt x="32055" y="33004"/>
                  <a:pt x="32055" y="8995"/>
                </a:cubicBezTo>
                <a:cubicBezTo>
                  <a:pt x="28159" y="4823"/>
                  <a:pt x="22582" y="329"/>
                  <a:pt x="160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7"/>
          <p:cNvSpPr txBox="1"/>
          <p:nvPr>
            <p:ph type="title"/>
          </p:nvPr>
        </p:nvSpPr>
        <p:spPr>
          <a:xfrm>
            <a:off x="407876" y="513725"/>
            <a:ext cx="4934700" cy="16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Thank You for Listening!</a:t>
            </a:r>
            <a:endParaRPr sz="5100"/>
          </a:p>
        </p:txBody>
      </p:sp>
      <p:sp>
        <p:nvSpPr>
          <p:cNvPr id="623" name="Google Shape;623;p37"/>
          <p:cNvSpPr txBox="1"/>
          <p:nvPr>
            <p:ph idx="1" type="subTitle"/>
          </p:nvPr>
        </p:nvSpPr>
        <p:spPr>
          <a:xfrm>
            <a:off x="967084" y="2568229"/>
            <a:ext cx="43182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John Doe - 25I-0</a:t>
            </a:r>
            <a:r>
              <a:rPr b="1" lang="en"/>
              <a:t>xxx</a:t>
            </a:r>
            <a:endParaRPr b="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Jane Doe - 25I-0</a:t>
            </a:r>
            <a:r>
              <a:rPr b="1" lang="en"/>
              <a:t>xxx</a:t>
            </a:r>
            <a:endParaRPr b="1"/>
          </a:p>
        </p:txBody>
      </p:sp>
      <p:sp>
        <p:nvSpPr>
          <p:cNvPr id="624" name="Google Shape;624;p37"/>
          <p:cNvSpPr txBox="1"/>
          <p:nvPr/>
        </p:nvSpPr>
        <p:spPr>
          <a:xfrm>
            <a:off x="713275" y="4233700"/>
            <a:ext cx="4629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5" name="Google Shape;625;p37"/>
          <p:cNvCxnSpPr>
            <a:endCxn id="623" idx="3"/>
          </p:cNvCxnSpPr>
          <p:nvPr/>
        </p:nvCxnSpPr>
        <p:spPr>
          <a:xfrm rot="5400000">
            <a:off x="3868084" y="1347079"/>
            <a:ext cx="3000000" cy="1656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26" name="Google Shape;626;p37"/>
          <p:cNvCxnSpPr/>
          <p:nvPr/>
        </p:nvCxnSpPr>
        <p:spPr>
          <a:xfrm rot="5400000">
            <a:off x="4282047" y="1101730"/>
            <a:ext cx="2655000" cy="1452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27" name="Google Shape;627;p37"/>
          <p:cNvSpPr/>
          <p:nvPr/>
        </p:nvSpPr>
        <p:spPr>
          <a:xfrm>
            <a:off x="6046104" y="1497630"/>
            <a:ext cx="2843624" cy="2843761"/>
          </a:xfrm>
          <a:custGeom>
            <a:rect b="b" l="l" r="r" t="t"/>
            <a:pathLst>
              <a:path extrusionOk="0" h="43058" w="43058">
                <a:moveTo>
                  <a:pt x="43058" y="21529"/>
                </a:moveTo>
                <a:cubicBezTo>
                  <a:pt x="43058" y="33419"/>
                  <a:pt x="33419" y="43058"/>
                  <a:pt x="21529" y="43058"/>
                </a:cubicBezTo>
                <a:cubicBezTo>
                  <a:pt x="9640" y="43058"/>
                  <a:pt x="0" y="33419"/>
                  <a:pt x="0" y="21529"/>
                </a:cubicBezTo>
                <a:cubicBezTo>
                  <a:pt x="0" y="9640"/>
                  <a:pt x="9640" y="0"/>
                  <a:pt x="21529" y="0"/>
                </a:cubicBezTo>
                <a:cubicBezTo>
                  <a:pt x="33419" y="0"/>
                  <a:pt x="43058" y="9640"/>
                  <a:pt x="43058" y="2152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7"/>
          <p:cNvSpPr/>
          <p:nvPr/>
        </p:nvSpPr>
        <p:spPr>
          <a:xfrm>
            <a:off x="8680638" y="2548498"/>
            <a:ext cx="259676" cy="260415"/>
          </a:xfrm>
          <a:custGeom>
            <a:rect b="b" l="l" r="r" t="t"/>
            <a:pathLst>
              <a:path extrusionOk="0" h="3943" w="3932">
                <a:moveTo>
                  <a:pt x="3713" y="3931"/>
                </a:moveTo>
                <a:cubicBezTo>
                  <a:pt x="3598" y="3931"/>
                  <a:pt x="3500" y="3833"/>
                  <a:pt x="3500" y="3712"/>
                </a:cubicBezTo>
                <a:cubicBezTo>
                  <a:pt x="3500" y="1905"/>
                  <a:pt x="2032" y="432"/>
                  <a:pt x="219" y="432"/>
                </a:cubicBezTo>
                <a:cubicBezTo>
                  <a:pt x="104" y="432"/>
                  <a:pt x="1" y="340"/>
                  <a:pt x="1" y="219"/>
                </a:cubicBezTo>
                <a:cubicBezTo>
                  <a:pt x="1" y="104"/>
                  <a:pt x="93" y="0"/>
                  <a:pt x="219" y="0"/>
                </a:cubicBezTo>
                <a:cubicBezTo>
                  <a:pt x="2262" y="0"/>
                  <a:pt x="3920" y="1664"/>
                  <a:pt x="3920" y="3707"/>
                </a:cubicBezTo>
                <a:cubicBezTo>
                  <a:pt x="3931" y="3833"/>
                  <a:pt x="3828" y="3931"/>
                  <a:pt x="3713" y="3931"/>
                </a:cubicBezTo>
                <a:close/>
                <a:moveTo>
                  <a:pt x="2878" y="3718"/>
                </a:moveTo>
                <a:cubicBezTo>
                  <a:pt x="2878" y="2251"/>
                  <a:pt x="1687" y="1065"/>
                  <a:pt x="225" y="1065"/>
                </a:cubicBezTo>
                <a:cubicBezTo>
                  <a:pt x="110" y="1065"/>
                  <a:pt x="6" y="1157"/>
                  <a:pt x="6" y="1284"/>
                </a:cubicBezTo>
                <a:cubicBezTo>
                  <a:pt x="6" y="1399"/>
                  <a:pt x="104" y="1497"/>
                  <a:pt x="225" y="1497"/>
                </a:cubicBezTo>
                <a:cubicBezTo>
                  <a:pt x="1457" y="1497"/>
                  <a:pt x="2452" y="2498"/>
                  <a:pt x="2452" y="3730"/>
                </a:cubicBezTo>
                <a:cubicBezTo>
                  <a:pt x="2452" y="3845"/>
                  <a:pt x="2550" y="3943"/>
                  <a:pt x="2671" y="3943"/>
                </a:cubicBezTo>
                <a:cubicBezTo>
                  <a:pt x="2792" y="3943"/>
                  <a:pt x="2878" y="3833"/>
                  <a:pt x="2878" y="3718"/>
                </a:cubicBezTo>
                <a:close/>
                <a:moveTo>
                  <a:pt x="1831" y="3718"/>
                </a:moveTo>
                <a:cubicBezTo>
                  <a:pt x="1831" y="2838"/>
                  <a:pt x="1111" y="2107"/>
                  <a:pt x="219" y="2107"/>
                </a:cubicBezTo>
                <a:cubicBezTo>
                  <a:pt x="104" y="2107"/>
                  <a:pt x="1" y="2205"/>
                  <a:pt x="1" y="2325"/>
                </a:cubicBezTo>
                <a:cubicBezTo>
                  <a:pt x="1" y="2446"/>
                  <a:pt x="93" y="2538"/>
                  <a:pt x="219" y="2538"/>
                </a:cubicBezTo>
                <a:cubicBezTo>
                  <a:pt x="870" y="2538"/>
                  <a:pt x="1405" y="3074"/>
                  <a:pt x="1405" y="3730"/>
                </a:cubicBezTo>
                <a:cubicBezTo>
                  <a:pt x="1405" y="3845"/>
                  <a:pt x="1497" y="3943"/>
                  <a:pt x="1618" y="3943"/>
                </a:cubicBezTo>
                <a:cubicBezTo>
                  <a:pt x="1733" y="3931"/>
                  <a:pt x="1831" y="3833"/>
                  <a:pt x="1831" y="371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7"/>
          <p:cNvSpPr/>
          <p:nvPr/>
        </p:nvSpPr>
        <p:spPr>
          <a:xfrm>
            <a:off x="6079522" y="3064620"/>
            <a:ext cx="243298" cy="242187"/>
          </a:xfrm>
          <a:custGeom>
            <a:rect b="b" l="l" r="r" t="t"/>
            <a:pathLst>
              <a:path extrusionOk="0" h="3667" w="3684">
                <a:moveTo>
                  <a:pt x="3672" y="202"/>
                </a:moveTo>
                <a:cubicBezTo>
                  <a:pt x="3672" y="306"/>
                  <a:pt x="3586" y="398"/>
                  <a:pt x="3471" y="398"/>
                </a:cubicBezTo>
                <a:cubicBezTo>
                  <a:pt x="1779" y="398"/>
                  <a:pt x="404" y="1773"/>
                  <a:pt x="404" y="3465"/>
                </a:cubicBezTo>
                <a:cubicBezTo>
                  <a:pt x="404" y="3574"/>
                  <a:pt x="317" y="3666"/>
                  <a:pt x="202" y="3666"/>
                </a:cubicBezTo>
                <a:cubicBezTo>
                  <a:pt x="93" y="3666"/>
                  <a:pt x="1" y="3580"/>
                  <a:pt x="1" y="3465"/>
                </a:cubicBezTo>
                <a:cubicBezTo>
                  <a:pt x="1" y="1560"/>
                  <a:pt x="1555" y="6"/>
                  <a:pt x="3459" y="6"/>
                </a:cubicBezTo>
                <a:cubicBezTo>
                  <a:pt x="3586" y="1"/>
                  <a:pt x="3672" y="81"/>
                  <a:pt x="3672" y="202"/>
                </a:cubicBezTo>
                <a:close/>
                <a:moveTo>
                  <a:pt x="3477" y="979"/>
                </a:moveTo>
                <a:cubicBezTo>
                  <a:pt x="2113" y="979"/>
                  <a:pt x="996" y="2090"/>
                  <a:pt x="996" y="3459"/>
                </a:cubicBezTo>
                <a:cubicBezTo>
                  <a:pt x="996" y="3569"/>
                  <a:pt x="1083" y="3661"/>
                  <a:pt x="1198" y="3661"/>
                </a:cubicBezTo>
                <a:cubicBezTo>
                  <a:pt x="1307" y="3661"/>
                  <a:pt x="1399" y="3574"/>
                  <a:pt x="1399" y="3459"/>
                </a:cubicBezTo>
                <a:cubicBezTo>
                  <a:pt x="1399" y="2308"/>
                  <a:pt x="2331" y="1370"/>
                  <a:pt x="3482" y="1370"/>
                </a:cubicBezTo>
                <a:cubicBezTo>
                  <a:pt x="3592" y="1370"/>
                  <a:pt x="3684" y="1284"/>
                  <a:pt x="3684" y="1169"/>
                </a:cubicBezTo>
                <a:cubicBezTo>
                  <a:pt x="3672" y="1065"/>
                  <a:pt x="3586" y="979"/>
                  <a:pt x="3477" y="979"/>
                </a:cubicBezTo>
                <a:close/>
                <a:moveTo>
                  <a:pt x="3477" y="1951"/>
                </a:moveTo>
                <a:cubicBezTo>
                  <a:pt x="2648" y="1951"/>
                  <a:pt x="1975" y="2630"/>
                  <a:pt x="1975" y="3459"/>
                </a:cubicBezTo>
                <a:cubicBezTo>
                  <a:pt x="1975" y="3563"/>
                  <a:pt x="2061" y="3661"/>
                  <a:pt x="2176" y="3661"/>
                </a:cubicBezTo>
                <a:cubicBezTo>
                  <a:pt x="2291" y="3661"/>
                  <a:pt x="2377" y="3574"/>
                  <a:pt x="2377" y="3459"/>
                </a:cubicBezTo>
                <a:cubicBezTo>
                  <a:pt x="2377" y="2843"/>
                  <a:pt x="2872" y="2349"/>
                  <a:pt x="3482" y="2349"/>
                </a:cubicBezTo>
                <a:cubicBezTo>
                  <a:pt x="3592" y="2349"/>
                  <a:pt x="3684" y="2262"/>
                  <a:pt x="3684" y="2147"/>
                </a:cubicBezTo>
                <a:cubicBezTo>
                  <a:pt x="3672" y="2043"/>
                  <a:pt x="3586" y="1951"/>
                  <a:pt x="3477" y="19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7"/>
          <p:cNvSpPr/>
          <p:nvPr/>
        </p:nvSpPr>
        <p:spPr>
          <a:xfrm>
            <a:off x="6299572" y="3369075"/>
            <a:ext cx="552307" cy="551937"/>
          </a:xfrm>
          <a:custGeom>
            <a:rect b="b" l="l" r="r" t="t"/>
            <a:pathLst>
              <a:path extrusionOk="0" h="8357" w="8363">
                <a:moveTo>
                  <a:pt x="4179" y="0"/>
                </a:moveTo>
                <a:cubicBezTo>
                  <a:pt x="1877" y="0"/>
                  <a:pt x="1" y="1870"/>
                  <a:pt x="1" y="4178"/>
                </a:cubicBezTo>
                <a:cubicBezTo>
                  <a:pt x="1" y="6480"/>
                  <a:pt x="1871" y="8356"/>
                  <a:pt x="4179" y="8356"/>
                </a:cubicBezTo>
                <a:cubicBezTo>
                  <a:pt x="6481" y="8356"/>
                  <a:pt x="8363" y="6486"/>
                  <a:pt x="8363" y="4178"/>
                </a:cubicBezTo>
                <a:cubicBezTo>
                  <a:pt x="8363" y="1870"/>
                  <a:pt x="6481" y="0"/>
                  <a:pt x="4179" y="0"/>
                </a:cubicBezTo>
                <a:close/>
                <a:moveTo>
                  <a:pt x="4179" y="8034"/>
                </a:moveTo>
                <a:cubicBezTo>
                  <a:pt x="3701" y="8034"/>
                  <a:pt x="3195" y="7280"/>
                  <a:pt x="2936" y="6037"/>
                </a:cubicBezTo>
                <a:cubicBezTo>
                  <a:pt x="3304" y="5985"/>
                  <a:pt x="3713" y="5956"/>
                  <a:pt x="4179" y="5956"/>
                </a:cubicBezTo>
                <a:cubicBezTo>
                  <a:pt x="4651" y="5956"/>
                  <a:pt x="5065" y="5985"/>
                  <a:pt x="5428" y="6037"/>
                </a:cubicBezTo>
                <a:cubicBezTo>
                  <a:pt x="5169" y="7280"/>
                  <a:pt x="4662" y="8034"/>
                  <a:pt x="4179" y="8034"/>
                </a:cubicBezTo>
                <a:close/>
                <a:moveTo>
                  <a:pt x="4179" y="5640"/>
                </a:moveTo>
                <a:cubicBezTo>
                  <a:pt x="3690" y="5640"/>
                  <a:pt x="3252" y="5669"/>
                  <a:pt x="2872" y="5720"/>
                </a:cubicBezTo>
                <a:cubicBezTo>
                  <a:pt x="2798" y="5300"/>
                  <a:pt x="2757" y="4834"/>
                  <a:pt x="2752" y="4328"/>
                </a:cubicBezTo>
                <a:lnTo>
                  <a:pt x="5600" y="4328"/>
                </a:lnTo>
                <a:cubicBezTo>
                  <a:pt x="5589" y="4834"/>
                  <a:pt x="5548" y="5300"/>
                  <a:pt x="5474" y="5720"/>
                </a:cubicBezTo>
                <a:cubicBezTo>
                  <a:pt x="5111" y="5674"/>
                  <a:pt x="4668" y="5640"/>
                  <a:pt x="4179" y="5640"/>
                </a:cubicBezTo>
                <a:close/>
                <a:moveTo>
                  <a:pt x="4179" y="317"/>
                </a:moveTo>
                <a:cubicBezTo>
                  <a:pt x="4662" y="317"/>
                  <a:pt x="5169" y="1071"/>
                  <a:pt x="5428" y="2314"/>
                </a:cubicBezTo>
                <a:cubicBezTo>
                  <a:pt x="5059" y="2365"/>
                  <a:pt x="4651" y="2394"/>
                  <a:pt x="4179" y="2394"/>
                </a:cubicBezTo>
                <a:cubicBezTo>
                  <a:pt x="3713" y="2394"/>
                  <a:pt x="3298" y="2365"/>
                  <a:pt x="2936" y="2314"/>
                </a:cubicBezTo>
                <a:cubicBezTo>
                  <a:pt x="3195" y="1071"/>
                  <a:pt x="3701" y="317"/>
                  <a:pt x="4179" y="317"/>
                </a:cubicBezTo>
                <a:close/>
                <a:moveTo>
                  <a:pt x="4179" y="2705"/>
                </a:moveTo>
                <a:cubicBezTo>
                  <a:pt x="4668" y="2705"/>
                  <a:pt x="5111" y="2676"/>
                  <a:pt x="5491" y="2624"/>
                </a:cubicBezTo>
                <a:cubicBezTo>
                  <a:pt x="5560" y="3039"/>
                  <a:pt x="5606" y="3511"/>
                  <a:pt x="5612" y="4011"/>
                </a:cubicBezTo>
                <a:lnTo>
                  <a:pt x="2763" y="4011"/>
                </a:lnTo>
                <a:cubicBezTo>
                  <a:pt x="2769" y="3511"/>
                  <a:pt x="2815" y="3039"/>
                  <a:pt x="2884" y="2624"/>
                </a:cubicBezTo>
                <a:cubicBezTo>
                  <a:pt x="3258" y="2676"/>
                  <a:pt x="3690" y="2705"/>
                  <a:pt x="4179" y="2705"/>
                </a:cubicBezTo>
                <a:close/>
                <a:moveTo>
                  <a:pt x="2441" y="4023"/>
                </a:moveTo>
                <a:lnTo>
                  <a:pt x="323" y="4023"/>
                </a:lnTo>
                <a:cubicBezTo>
                  <a:pt x="352" y="3315"/>
                  <a:pt x="576" y="2653"/>
                  <a:pt x="939" y="2095"/>
                </a:cubicBezTo>
                <a:cubicBezTo>
                  <a:pt x="1169" y="2210"/>
                  <a:pt x="1704" y="2440"/>
                  <a:pt x="2567" y="2584"/>
                </a:cubicBezTo>
                <a:cubicBezTo>
                  <a:pt x="2493" y="3021"/>
                  <a:pt x="2447" y="3511"/>
                  <a:pt x="2441" y="4023"/>
                </a:cubicBezTo>
                <a:close/>
                <a:moveTo>
                  <a:pt x="2441" y="4328"/>
                </a:moveTo>
                <a:cubicBezTo>
                  <a:pt x="2447" y="4840"/>
                  <a:pt x="2493" y="5323"/>
                  <a:pt x="2562" y="5766"/>
                </a:cubicBezTo>
                <a:cubicBezTo>
                  <a:pt x="1698" y="5910"/>
                  <a:pt x="1157" y="6141"/>
                  <a:pt x="927" y="6256"/>
                </a:cubicBezTo>
                <a:cubicBezTo>
                  <a:pt x="570" y="5697"/>
                  <a:pt x="346" y="5036"/>
                  <a:pt x="317" y="4328"/>
                </a:cubicBezTo>
                <a:close/>
                <a:moveTo>
                  <a:pt x="5922" y="4328"/>
                </a:moveTo>
                <a:lnTo>
                  <a:pt x="8034" y="4328"/>
                </a:lnTo>
                <a:cubicBezTo>
                  <a:pt x="8006" y="5036"/>
                  <a:pt x="7787" y="5697"/>
                  <a:pt x="7424" y="6256"/>
                </a:cubicBezTo>
                <a:cubicBezTo>
                  <a:pt x="7194" y="6141"/>
                  <a:pt x="6653" y="5910"/>
                  <a:pt x="5790" y="5766"/>
                </a:cubicBezTo>
                <a:cubicBezTo>
                  <a:pt x="5871" y="5323"/>
                  <a:pt x="5917" y="4840"/>
                  <a:pt x="5922" y="4328"/>
                </a:cubicBezTo>
                <a:close/>
                <a:moveTo>
                  <a:pt x="5922" y="4023"/>
                </a:moveTo>
                <a:cubicBezTo>
                  <a:pt x="5917" y="3511"/>
                  <a:pt x="5871" y="3027"/>
                  <a:pt x="5802" y="2584"/>
                </a:cubicBezTo>
                <a:cubicBezTo>
                  <a:pt x="6665" y="2440"/>
                  <a:pt x="7200" y="2210"/>
                  <a:pt x="7430" y="2095"/>
                </a:cubicBezTo>
                <a:cubicBezTo>
                  <a:pt x="7793" y="2653"/>
                  <a:pt x="8017" y="3315"/>
                  <a:pt x="8046" y="4023"/>
                </a:cubicBezTo>
                <a:close/>
                <a:moveTo>
                  <a:pt x="7246" y="1824"/>
                </a:moveTo>
                <a:cubicBezTo>
                  <a:pt x="7016" y="1934"/>
                  <a:pt x="6521" y="2135"/>
                  <a:pt x="5744" y="2268"/>
                </a:cubicBezTo>
                <a:cubicBezTo>
                  <a:pt x="5571" y="1439"/>
                  <a:pt x="5284" y="777"/>
                  <a:pt x="4927" y="380"/>
                </a:cubicBezTo>
                <a:cubicBezTo>
                  <a:pt x="5865" y="570"/>
                  <a:pt x="6682" y="1094"/>
                  <a:pt x="7246" y="1824"/>
                </a:cubicBezTo>
                <a:close/>
                <a:moveTo>
                  <a:pt x="3442" y="386"/>
                </a:moveTo>
                <a:cubicBezTo>
                  <a:pt x="3085" y="777"/>
                  <a:pt x="2798" y="1439"/>
                  <a:pt x="2625" y="2273"/>
                </a:cubicBezTo>
                <a:cubicBezTo>
                  <a:pt x="1848" y="2141"/>
                  <a:pt x="1353" y="1940"/>
                  <a:pt x="1123" y="1836"/>
                </a:cubicBezTo>
                <a:cubicBezTo>
                  <a:pt x="1687" y="1094"/>
                  <a:pt x="2498" y="570"/>
                  <a:pt x="3442" y="386"/>
                </a:cubicBezTo>
                <a:close/>
                <a:moveTo>
                  <a:pt x="1117" y="6526"/>
                </a:moveTo>
                <a:cubicBezTo>
                  <a:pt x="1347" y="6417"/>
                  <a:pt x="1842" y="6215"/>
                  <a:pt x="2619" y="6083"/>
                </a:cubicBezTo>
                <a:cubicBezTo>
                  <a:pt x="2792" y="6912"/>
                  <a:pt x="3080" y="7573"/>
                  <a:pt x="3431" y="7971"/>
                </a:cubicBezTo>
                <a:cubicBezTo>
                  <a:pt x="2498" y="7775"/>
                  <a:pt x="1687" y="7251"/>
                  <a:pt x="1117" y="6526"/>
                </a:cubicBezTo>
                <a:close/>
                <a:moveTo>
                  <a:pt x="4927" y="7965"/>
                </a:moveTo>
                <a:cubicBezTo>
                  <a:pt x="5284" y="7573"/>
                  <a:pt x="5571" y="6912"/>
                  <a:pt x="5744" y="6077"/>
                </a:cubicBezTo>
                <a:cubicBezTo>
                  <a:pt x="6521" y="6204"/>
                  <a:pt x="7016" y="6411"/>
                  <a:pt x="7246" y="6515"/>
                </a:cubicBezTo>
                <a:cubicBezTo>
                  <a:pt x="6682" y="7251"/>
                  <a:pt x="5865" y="7775"/>
                  <a:pt x="4927" y="796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7"/>
          <p:cNvSpPr/>
          <p:nvPr/>
        </p:nvSpPr>
        <p:spPr>
          <a:xfrm>
            <a:off x="7940708" y="1655340"/>
            <a:ext cx="646879" cy="647372"/>
          </a:xfrm>
          <a:custGeom>
            <a:rect b="b" l="l" r="r" t="t"/>
            <a:pathLst>
              <a:path extrusionOk="0" h="9802" w="9795">
                <a:moveTo>
                  <a:pt x="4897" y="1"/>
                </a:moveTo>
                <a:cubicBezTo>
                  <a:pt x="2198" y="1"/>
                  <a:pt x="0" y="2193"/>
                  <a:pt x="0" y="4898"/>
                </a:cubicBezTo>
                <a:cubicBezTo>
                  <a:pt x="0" y="7603"/>
                  <a:pt x="2193" y="9801"/>
                  <a:pt x="4897" y="9801"/>
                </a:cubicBezTo>
                <a:cubicBezTo>
                  <a:pt x="7596" y="9801"/>
                  <a:pt x="9795" y="7603"/>
                  <a:pt x="9795" y="4898"/>
                </a:cubicBezTo>
                <a:cubicBezTo>
                  <a:pt x="9795" y="2193"/>
                  <a:pt x="7602" y="1"/>
                  <a:pt x="4897" y="1"/>
                </a:cubicBezTo>
                <a:close/>
                <a:moveTo>
                  <a:pt x="4897" y="9433"/>
                </a:moveTo>
                <a:cubicBezTo>
                  <a:pt x="4333" y="9433"/>
                  <a:pt x="3741" y="8541"/>
                  <a:pt x="3436" y="7085"/>
                </a:cubicBezTo>
                <a:cubicBezTo>
                  <a:pt x="3862" y="7027"/>
                  <a:pt x="4351" y="6993"/>
                  <a:pt x="4897" y="6993"/>
                </a:cubicBezTo>
                <a:cubicBezTo>
                  <a:pt x="5444" y="6993"/>
                  <a:pt x="5933" y="7027"/>
                  <a:pt x="6359" y="7085"/>
                </a:cubicBezTo>
                <a:cubicBezTo>
                  <a:pt x="6054" y="8541"/>
                  <a:pt x="5467" y="9433"/>
                  <a:pt x="4897" y="9433"/>
                </a:cubicBezTo>
                <a:close/>
                <a:moveTo>
                  <a:pt x="4897" y="6619"/>
                </a:moveTo>
                <a:cubicBezTo>
                  <a:pt x="4322" y="6619"/>
                  <a:pt x="3810" y="6653"/>
                  <a:pt x="3367" y="6711"/>
                </a:cubicBezTo>
                <a:cubicBezTo>
                  <a:pt x="3286" y="6222"/>
                  <a:pt x="3234" y="5675"/>
                  <a:pt x="3223" y="5082"/>
                </a:cubicBezTo>
                <a:lnTo>
                  <a:pt x="6566" y="5082"/>
                </a:lnTo>
                <a:cubicBezTo>
                  <a:pt x="6561" y="5669"/>
                  <a:pt x="6509" y="6216"/>
                  <a:pt x="6422" y="6711"/>
                </a:cubicBezTo>
                <a:cubicBezTo>
                  <a:pt x="5985" y="6665"/>
                  <a:pt x="5473" y="6619"/>
                  <a:pt x="4897" y="6619"/>
                </a:cubicBezTo>
                <a:close/>
                <a:moveTo>
                  <a:pt x="4897" y="375"/>
                </a:moveTo>
                <a:cubicBezTo>
                  <a:pt x="5456" y="375"/>
                  <a:pt x="6054" y="1267"/>
                  <a:pt x="6359" y="2723"/>
                </a:cubicBezTo>
                <a:cubicBezTo>
                  <a:pt x="5933" y="2780"/>
                  <a:pt x="5444" y="2815"/>
                  <a:pt x="4897" y="2815"/>
                </a:cubicBezTo>
                <a:cubicBezTo>
                  <a:pt x="4351" y="2815"/>
                  <a:pt x="3862" y="2780"/>
                  <a:pt x="3436" y="2723"/>
                </a:cubicBezTo>
                <a:cubicBezTo>
                  <a:pt x="3746" y="1261"/>
                  <a:pt x="4333" y="375"/>
                  <a:pt x="4897" y="375"/>
                </a:cubicBezTo>
                <a:close/>
                <a:moveTo>
                  <a:pt x="4897" y="3183"/>
                </a:moveTo>
                <a:cubicBezTo>
                  <a:pt x="5473" y="3183"/>
                  <a:pt x="5985" y="3143"/>
                  <a:pt x="6428" y="3085"/>
                </a:cubicBezTo>
                <a:cubicBezTo>
                  <a:pt x="6509" y="3574"/>
                  <a:pt x="6561" y="4121"/>
                  <a:pt x="6572" y="4720"/>
                </a:cubicBezTo>
                <a:lnTo>
                  <a:pt x="3229" y="4720"/>
                </a:lnTo>
                <a:cubicBezTo>
                  <a:pt x="3234" y="4127"/>
                  <a:pt x="3286" y="3580"/>
                  <a:pt x="3372" y="3085"/>
                </a:cubicBezTo>
                <a:cubicBezTo>
                  <a:pt x="3810" y="3143"/>
                  <a:pt x="4322" y="3183"/>
                  <a:pt x="4897" y="3183"/>
                </a:cubicBezTo>
                <a:close/>
                <a:moveTo>
                  <a:pt x="2860" y="4720"/>
                </a:moveTo>
                <a:lnTo>
                  <a:pt x="380" y="4720"/>
                </a:lnTo>
                <a:cubicBezTo>
                  <a:pt x="414" y="3891"/>
                  <a:pt x="673" y="3114"/>
                  <a:pt x="1094" y="2464"/>
                </a:cubicBezTo>
                <a:cubicBezTo>
                  <a:pt x="1364" y="2596"/>
                  <a:pt x="1991" y="2872"/>
                  <a:pt x="3004" y="3039"/>
                </a:cubicBezTo>
                <a:cubicBezTo>
                  <a:pt x="2918" y="3551"/>
                  <a:pt x="2866" y="4115"/>
                  <a:pt x="2860" y="4720"/>
                </a:cubicBezTo>
                <a:close/>
                <a:moveTo>
                  <a:pt x="2860" y="5088"/>
                </a:moveTo>
                <a:cubicBezTo>
                  <a:pt x="2866" y="5686"/>
                  <a:pt x="2918" y="6250"/>
                  <a:pt x="3010" y="6768"/>
                </a:cubicBezTo>
                <a:cubicBezTo>
                  <a:pt x="1997" y="6935"/>
                  <a:pt x="1370" y="7211"/>
                  <a:pt x="1099" y="7344"/>
                </a:cubicBezTo>
                <a:cubicBezTo>
                  <a:pt x="673" y="6688"/>
                  <a:pt x="414" y="5917"/>
                  <a:pt x="386" y="5088"/>
                </a:cubicBezTo>
                <a:close/>
                <a:moveTo>
                  <a:pt x="6940" y="5088"/>
                </a:moveTo>
                <a:lnTo>
                  <a:pt x="9421" y="5088"/>
                </a:lnTo>
                <a:cubicBezTo>
                  <a:pt x="9386" y="5917"/>
                  <a:pt x="9127" y="6694"/>
                  <a:pt x="8707" y="7344"/>
                </a:cubicBezTo>
                <a:cubicBezTo>
                  <a:pt x="8437" y="7211"/>
                  <a:pt x="7809" y="6935"/>
                  <a:pt x="6797" y="6768"/>
                </a:cubicBezTo>
                <a:cubicBezTo>
                  <a:pt x="6883" y="6250"/>
                  <a:pt x="6935" y="5686"/>
                  <a:pt x="6940" y="5088"/>
                </a:cubicBezTo>
                <a:close/>
                <a:moveTo>
                  <a:pt x="6940" y="4720"/>
                </a:moveTo>
                <a:cubicBezTo>
                  <a:pt x="6935" y="4121"/>
                  <a:pt x="6883" y="3557"/>
                  <a:pt x="6791" y="3039"/>
                </a:cubicBezTo>
                <a:cubicBezTo>
                  <a:pt x="7804" y="2872"/>
                  <a:pt x="8431" y="2596"/>
                  <a:pt x="8701" y="2464"/>
                </a:cubicBezTo>
                <a:cubicBezTo>
                  <a:pt x="9127" y="3114"/>
                  <a:pt x="9386" y="3891"/>
                  <a:pt x="9415" y="4720"/>
                </a:cubicBezTo>
                <a:close/>
                <a:moveTo>
                  <a:pt x="8494" y="2153"/>
                </a:moveTo>
                <a:cubicBezTo>
                  <a:pt x="8218" y="2280"/>
                  <a:pt x="7637" y="2521"/>
                  <a:pt x="6722" y="2671"/>
                </a:cubicBezTo>
                <a:cubicBezTo>
                  <a:pt x="6520" y="1698"/>
                  <a:pt x="6187" y="921"/>
                  <a:pt x="5772" y="461"/>
                </a:cubicBezTo>
                <a:cubicBezTo>
                  <a:pt x="6877" y="674"/>
                  <a:pt x="7832" y="1290"/>
                  <a:pt x="8494" y="2153"/>
                </a:cubicBezTo>
                <a:close/>
                <a:moveTo>
                  <a:pt x="4028" y="461"/>
                </a:moveTo>
                <a:cubicBezTo>
                  <a:pt x="3614" y="921"/>
                  <a:pt x="3280" y="1698"/>
                  <a:pt x="3079" y="2671"/>
                </a:cubicBezTo>
                <a:cubicBezTo>
                  <a:pt x="2164" y="2516"/>
                  <a:pt x="1583" y="2280"/>
                  <a:pt x="1306" y="2153"/>
                </a:cubicBezTo>
                <a:cubicBezTo>
                  <a:pt x="1968" y="1290"/>
                  <a:pt x="2924" y="674"/>
                  <a:pt x="4028" y="461"/>
                </a:cubicBezTo>
                <a:close/>
                <a:moveTo>
                  <a:pt x="1306" y="7655"/>
                </a:moveTo>
                <a:cubicBezTo>
                  <a:pt x="1583" y="7528"/>
                  <a:pt x="2164" y="7286"/>
                  <a:pt x="3079" y="7137"/>
                </a:cubicBezTo>
                <a:cubicBezTo>
                  <a:pt x="3280" y="8109"/>
                  <a:pt x="3614" y="8886"/>
                  <a:pt x="4028" y="9346"/>
                </a:cubicBezTo>
                <a:cubicBezTo>
                  <a:pt x="2924" y="9128"/>
                  <a:pt x="1968" y="8512"/>
                  <a:pt x="1306" y="7655"/>
                </a:cubicBezTo>
                <a:close/>
                <a:moveTo>
                  <a:pt x="5772" y="9346"/>
                </a:moveTo>
                <a:cubicBezTo>
                  <a:pt x="6187" y="8886"/>
                  <a:pt x="6520" y="8109"/>
                  <a:pt x="6722" y="7137"/>
                </a:cubicBezTo>
                <a:cubicBezTo>
                  <a:pt x="7637" y="7286"/>
                  <a:pt x="8218" y="7528"/>
                  <a:pt x="8494" y="7655"/>
                </a:cubicBezTo>
                <a:cubicBezTo>
                  <a:pt x="7832" y="8512"/>
                  <a:pt x="6877" y="9128"/>
                  <a:pt x="5772" y="93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7"/>
          <p:cNvSpPr/>
          <p:nvPr/>
        </p:nvSpPr>
        <p:spPr>
          <a:xfrm>
            <a:off x="6277911" y="1655340"/>
            <a:ext cx="450470" cy="573996"/>
          </a:xfrm>
          <a:custGeom>
            <a:rect b="b" l="l" r="r" t="t"/>
            <a:pathLst>
              <a:path extrusionOk="0" h="8691" w="6821">
                <a:moveTo>
                  <a:pt x="6164" y="3540"/>
                </a:moveTo>
                <a:lnTo>
                  <a:pt x="5830" y="3540"/>
                </a:lnTo>
                <a:lnTo>
                  <a:pt x="5830" y="2418"/>
                </a:lnTo>
                <a:cubicBezTo>
                  <a:pt x="5830" y="1077"/>
                  <a:pt x="4748" y="1"/>
                  <a:pt x="3413" y="1"/>
                </a:cubicBezTo>
                <a:cubicBezTo>
                  <a:pt x="2078" y="1"/>
                  <a:pt x="991" y="1088"/>
                  <a:pt x="991" y="2418"/>
                </a:cubicBezTo>
                <a:lnTo>
                  <a:pt x="991" y="3540"/>
                </a:lnTo>
                <a:lnTo>
                  <a:pt x="663" y="3540"/>
                </a:lnTo>
                <a:cubicBezTo>
                  <a:pt x="294" y="3540"/>
                  <a:pt x="1" y="3833"/>
                  <a:pt x="1" y="4202"/>
                </a:cubicBezTo>
                <a:lnTo>
                  <a:pt x="1" y="8029"/>
                </a:lnTo>
                <a:cubicBezTo>
                  <a:pt x="1" y="8397"/>
                  <a:pt x="294" y="8690"/>
                  <a:pt x="663" y="8690"/>
                </a:cubicBezTo>
                <a:lnTo>
                  <a:pt x="6158" y="8690"/>
                </a:lnTo>
                <a:cubicBezTo>
                  <a:pt x="6521" y="8690"/>
                  <a:pt x="6820" y="8397"/>
                  <a:pt x="6820" y="8029"/>
                </a:cubicBezTo>
                <a:lnTo>
                  <a:pt x="6820" y="4202"/>
                </a:lnTo>
                <a:cubicBezTo>
                  <a:pt x="6820" y="3833"/>
                  <a:pt x="6521" y="3540"/>
                  <a:pt x="6164" y="3540"/>
                </a:cubicBezTo>
                <a:close/>
                <a:moveTo>
                  <a:pt x="1273" y="2418"/>
                </a:moveTo>
                <a:cubicBezTo>
                  <a:pt x="1273" y="1238"/>
                  <a:pt x="2234" y="277"/>
                  <a:pt x="3413" y="277"/>
                </a:cubicBezTo>
                <a:cubicBezTo>
                  <a:pt x="4593" y="277"/>
                  <a:pt x="5560" y="1238"/>
                  <a:pt x="5560" y="2418"/>
                </a:cubicBezTo>
                <a:lnTo>
                  <a:pt x="5560" y="3540"/>
                </a:lnTo>
                <a:lnTo>
                  <a:pt x="4818" y="3540"/>
                </a:lnTo>
                <a:lnTo>
                  <a:pt x="4818" y="2418"/>
                </a:lnTo>
                <a:cubicBezTo>
                  <a:pt x="4818" y="1647"/>
                  <a:pt x="4190" y="1014"/>
                  <a:pt x="3413" y="1014"/>
                </a:cubicBezTo>
                <a:cubicBezTo>
                  <a:pt x="2636" y="1014"/>
                  <a:pt x="2015" y="1641"/>
                  <a:pt x="2015" y="2418"/>
                </a:cubicBezTo>
                <a:lnTo>
                  <a:pt x="2015" y="3540"/>
                </a:lnTo>
                <a:lnTo>
                  <a:pt x="1273" y="3540"/>
                </a:lnTo>
                <a:close/>
                <a:moveTo>
                  <a:pt x="4536" y="3540"/>
                </a:moveTo>
                <a:lnTo>
                  <a:pt x="2285" y="3540"/>
                </a:lnTo>
                <a:lnTo>
                  <a:pt x="2285" y="2418"/>
                </a:lnTo>
                <a:cubicBezTo>
                  <a:pt x="2285" y="1796"/>
                  <a:pt x="2792" y="1290"/>
                  <a:pt x="3413" y="1290"/>
                </a:cubicBezTo>
                <a:cubicBezTo>
                  <a:pt x="4041" y="1290"/>
                  <a:pt x="4541" y="1790"/>
                  <a:pt x="4541" y="2418"/>
                </a:cubicBezTo>
                <a:lnTo>
                  <a:pt x="4541" y="3540"/>
                </a:lnTo>
                <a:close/>
                <a:moveTo>
                  <a:pt x="6544" y="8029"/>
                </a:moveTo>
                <a:cubicBezTo>
                  <a:pt x="6544" y="8236"/>
                  <a:pt x="6371" y="8408"/>
                  <a:pt x="6164" y="8408"/>
                </a:cubicBezTo>
                <a:lnTo>
                  <a:pt x="663" y="8408"/>
                </a:lnTo>
                <a:cubicBezTo>
                  <a:pt x="450" y="8408"/>
                  <a:pt x="277" y="8236"/>
                  <a:pt x="277" y="8029"/>
                </a:cubicBezTo>
                <a:lnTo>
                  <a:pt x="277" y="4202"/>
                </a:lnTo>
                <a:cubicBezTo>
                  <a:pt x="277" y="3995"/>
                  <a:pt x="450" y="3822"/>
                  <a:pt x="663" y="3822"/>
                </a:cubicBezTo>
                <a:lnTo>
                  <a:pt x="991" y="3822"/>
                </a:lnTo>
                <a:lnTo>
                  <a:pt x="2285" y="3822"/>
                </a:lnTo>
                <a:lnTo>
                  <a:pt x="4536" y="3822"/>
                </a:lnTo>
                <a:lnTo>
                  <a:pt x="5830" y="3822"/>
                </a:lnTo>
                <a:lnTo>
                  <a:pt x="6164" y="3822"/>
                </a:lnTo>
                <a:cubicBezTo>
                  <a:pt x="6371" y="3822"/>
                  <a:pt x="6544" y="3995"/>
                  <a:pt x="6544" y="42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7"/>
          <p:cNvSpPr/>
          <p:nvPr/>
        </p:nvSpPr>
        <p:spPr>
          <a:xfrm>
            <a:off x="6402201" y="1976504"/>
            <a:ext cx="214437" cy="163131"/>
          </a:xfrm>
          <a:custGeom>
            <a:rect b="b" l="l" r="r" t="t"/>
            <a:pathLst>
              <a:path extrusionOk="0" h="2470" w="3247">
                <a:moveTo>
                  <a:pt x="3246" y="317"/>
                </a:moveTo>
                <a:lnTo>
                  <a:pt x="1491" y="2469"/>
                </a:lnTo>
                <a:lnTo>
                  <a:pt x="1" y="1013"/>
                </a:lnTo>
                <a:lnTo>
                  <a:pt x="340" y="662"/>
                </a:lnTo>
                <a:lnTo>
                  <a:pt x="1445" y="1744"/>
                </a:lnTo>
                <a:lnTo>
                  <a:pt x="286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7"/>
          <p:cNvSpPr/>
          <p:nvPr/>
        </p:nvSpPr>
        <p:spPr>
          <a:xfrm>
            <a:off x="8449955" y="3240623"/>
            <a:ext cx="393410" cy="501743"/>
          </a:xfrm>
          <a:custGeom>
            <a:rect b="b" l="l" r="r" t="t"/>
            <a:pathLst>
              <a:path extrusionOk="0" h="7597" w="5957">
                <a:moveTo>
                  <a:pt x="5381" y="3102"/>
                </a:moveTo>
                <a:lnTo>
                  <a:pt x="5094" y="3102"/>
                </a:lnTo>
                <a:lnTo>
                  <a:pt x="5094" y="2118"/>
                </a:lnTo>
                <a:cubicBezTo>
                  <a:pt x="5094" y="950"/>
                  <a:pt x="4144" y="0"/>
                  <a:pt x="2976" y="0"/>
                </a:cubicBezTo>
                <a:cubicBezTo>
                  <a:pt x="1813" y="0"/>
                  <a:pt x="864" y="950"/>
                  <a:pt x="864" y="2118"/>
                </a:cubicBezTo>
                <a:lnTo>
                  <a:pt x="864" y="3102"/>
                </a:lnTo>
                <a:lnTo>
                  <a:pt x="576" y="3102"/>
                </a:lnTo>
                <a:cubicBezTo>
                  <a:pt x="260" y="3102"/>
                  <a:pt x="1" y="3361"/>
                  <a:pt x="1" y="3677"/>
                </a:cubicBezTo>
                <a:lnTo>
                  <a:pt x="1" y="7021"/>
                </a:lnTo>
                <a:cubicBezTo>
                  <a:pt x="1" y="7337"/>
                  <a:pt x="260" y="7596"/>
                  <a:pt x="576" y="7596"/>
                </a:cubicBezTo>
                <a:lnTo>
                  <a:pt x="5370" y="7596"/>
                </a:lnTo>
                <a:cubicBezTo>
                  <a:pt x="5686" y="7596"/>
                  <a:pt x="5945" y="7337"/>
                  <a:pt x="5945" y="7021"/>
                </a:cubicBezTo>
                <a:lnTo>
                  <a:pt x="5945" y="3677"/>
                </a:lnTo>
                <a:cubicBezTo>
                  <a:pt x="5957" y="3361"/>
                  <a:pt x="5698" y="3102"/>
                  <a:pt x="5381" y="3102"/>
                </a:cubicBezTo>
                <a:close/>
                <a:moveTo>
                  <a:pt x="1105" y="2124"/>
                </a:moveTo>
                <a:cubicBezTo>
                  <a:pt x="1105" y="1093"/>
                  <a:pt x="1946" y="253"/>
                  <a:pt x="2976" y="253"/>
                </a:cubicBezTo>
                <a:cubicBezTo>
                  <a:pt x="4006" y="253"/>
                  <a:pt x="4846" y="1093"/>
                  <a:pt x="4846" y="2124"/>
                </a:cubicBezTo>
                <a:lnTo>
                  <a:pt x="4846" y="3108"/>
                </a:lnTo>
                <a:lnTo>
                  <a:pt x="4202" y="3108"/>
                </a:lnTo>
                <a:lnTo>
                  <a:pt x="4202" y="2124"/>
                </a:lnTo>
                <a:cubicBezTo>
                  <a:pt x="4202" y="1450"/>
                  <a:pt x="3655" y="904"/>
                  <a:pt x="2976" y="904"/>
                </a:cubicBezTo>
                <a:cubicBezTo>
                  <a:pt x="2302" y="904"/>
                  <a:pt x="1756" y="1450"/>
                  <a:pt x="1756" y="2124"/>
                </a:cubicBezTo>
                <a:lnTo>
                  <a:pt x="1756" y="3108"/>
                </a:lnTo>
                <a:lnTo>
                  <a:pt x="1105" y="3108"/>
                </a:lnTo>
                <a:close/>
                <a:moveTo>
                  <a:pt x="3960" y="3102"/>
                </a:moveTo>
                <a:lnTo>
                  <a:pt x="1997" y="3102"/>
                </a:lnTo>
                <a:lnTo>
                  <a:pt x="1997" y="2118"/>
                </a:lnTo>
                <a:cubicBezTo>
                  <a:pt x="1997" y="1577"/>
                  <a:pt x="2435" y="1128"/>
                  <a:pt x="2982" y="1128"/>
                </a:cubicBezTo>
                <a:cubicBezTo>
                  <a:pt x="3523" y="1128"/>
                  <a:pt x="3966" y="1571"/>
                  <a:pt x="3966" y="2118"/>
                </a:cubicBezTo>
                <a:lnTo>
                  <a:pt x="3966" y="3102"/>
                </a:lnTo>
                <a:close/>
                <a:moveTo>
                  <a:pt x="5709" y="7021"/>
                </a:moveTo>
                <a:cubicBezTo>
                  <a:pt x="5709" y="7211"/>
                  <a:pt x="5560" y="7355"/>
                  <a:pt x="5381" y="7355"/>
                </a:cubicBezTo>
                <a:lnTo>
                  <a:pt x="582" y="7355"/>
                </a:lnTo>
                <a:cubicBezTo>
                  <a:pt x="392" y="7355"/>
                  <a:pt x="248" y="7205"/>
                  <a:pt x="248" y="7021"/>
                </a:cubicBezTo>
                <a:lnTo>
                  <a:pt x="248" y="3677"/>
                </a:lnTo>
                <a:cubicBezTo>
                  <a:pt x="248" y="3487"/>
                  <a:pt x="403" y="3344"/>
                  <a:pt x="582" y="3344"/>
                </a:cubicBezTo>
                <a:lnTo>
                  <a:pt x="870" y="3344"/>
                </a:lnTo>
                <a:lnTo>
                  <a:pt x="1997" y="3344"/>
                </a:lnTo>
                <a:lnTo>
                  <a:pt x="3960" y="3344"/>
                </a:lnTo>
                <a:lnTo>
                  <a:pt x="5094" y="3344"/>
                </a:lnTo>
                <a:lnTo>
                  <a:pt x="5381" y="3344"/>
                </a:lnTo>
                <a:cubicBezTo>
                  <a:pt x="5565" y="3344"/>
                  <a:pt x="5709" y="3499"/>
                  <a:pt x="5709" y="367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7"/>
          <p:cNvSpPr/>
          <p:nvPr/>
        </p:nvSpPr>
        <p:spPr>
          <a:xfrm>
            <a:off x="8558263" y="3522624"/>
            <a:ext cx="187096" cy="141402"/>
          </a:xfrm>
          <a:custGeom>
            <a:rect b="b" l="l" r="r" t="t"/>
            <a:pathLst>
              <a:path extrusionOk="0" h="2141" w="2833">
                <a:moveTo>
                  <a:pt x="2832" y="265"/>
                </a:moveTo>
                <a:lnTo>
                  <a:pt x="1301" y="2141"/>
                </a:lnTo>
                <a:lnTo>
                  <a:pt x="1" y="875"/>
                </a:lnTo>
                <a:lnTo>
                  <a:pt x="294" y="576"/>
                </a:lnTo>
                <a:lnTo>
                  <a:pt x="1255" y="1514"/>
                </a:lnTo>
                <a:lnTo>
                  <a:pt x="2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7"/>
          <p:cNvSpPr/>
          <p:nvPr/>
        </p:nvSpPr>
        <p:spPr>
          <a:xfrm>
            <a:off x="6376709" y="1727590"/>
            <a:ext cx="2218473" cy="2383494"/>
          </a:xfrm>
          <a:custGeom>
            <a:rect b="b" l="l" r="r" t="t"/>
            <a:pathLst>
              <a:path extrusionOk="0" h="36089" w="33592">
                <a:moveTo>
                  <a:pt x="16794" y="0"/>
                </a:moveTo>
                <a:cubicBezTo>
                  <a:pt x="9928" y="351"/>
                  <a:pt x="4075" y="5059"/>
                  <a:pt x="1" y="9426"/>
                </a:cubicBezTo>
                <a:cubicBezTo>
                  <a:pt x="1" y="34604"/>
                  <a:pt x="16794" y="36089"/>
                  <a:pt x="16794" y="36089"/>
                </a:cubicBezTo>
                <a:cubicBezTo>
                  <a:pt x="16794" y="36089"/>
                  <a:pt x="33592" y="34604"/>
                  <a:pt x="33592" y="9426"/>
                </a:cubicBezTo>
                <a:cubicBezTo>
                  <a:pt x="29512" y="5059"/>
                  <a:pt x="23665" y="351"/>
                  <a:pt x="1679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7"/>
          <p:cNvSpPr/>
          <p:nvPr/>
        </p:nvSpPr>
        <p:spPr>
          <a:xfrm>
            <a:off x="6503311" y="1864034"/>
            <a:ext cx="1964939" cy="2110993"/>
          </a:xfrm>
          <a:custGeom>
            <a:rect b="b" l="l" r="r" t="t"/>
            <a:pathLst>
              <a:path extrusionOk="0" h="31963" w="29753">
                <a:moveTo>
                  <a:pt x="14877" y="0"/>
                </a:moveTo>
                <a:cubicBezTo>
                  <a:pt x="8794" y="311"/>
                  <a:pt x="3614" y="4472"/>
                  <a:pt x="0" y="8345"/>
                </a:cubicBezTo>
                <a:cubicBezTo>
                  <a:pt x="0" y="30644"/>
                  <a:pt x="14877" y="31962"/>
                  <a:pt x="14877" y="31962"/>
                </a:cubicBezTo>
                <a:cubicBezTo>
                  <a:pt x="14877" y="31962"/>
                  <a:pt x="29753" y="30644"/>
                  <a:pt x="29753" y="8345"/>
                </a:cubicBezTo>
                <a:cubicBezTo>
                  <a:pt x="26139" y="4483"/>
                  <a:pt x="20959" y="311"/>
                  <a:pt x="1487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7"/>
          <p:cNvSpPr/>
          <p:nvPr/>
        </p:nvSpPr>
        <p:spPr>
          <a:xfrm>
            <a:off x="6529133" y="1892102"/>
            <a:ext cx="1913691" cy="2055185"/>
          </a:xfrm>
          <a:custGeom>
            <a:rect b="b" l="l" r="r" t="t"/>
            <a:pathLst>
              <a:path extrusionOk="0" h="31118" w="28977">
                <a:moveTo>
                  <a:pt x="14486" y="1"/>
                </a:moveTo>
                <a:cubicBezTo>
                  <a:pt x="8570" y="300"/>
                  <a:pt x="3523" y="4357"/>
                  <a:pt x="1" y="8127"/>
                </a:cubicBezTo>
                <a:cubicBezTo>
                  <a:pt x="1" y="29840"/>
                  <a:pt x="14486" y="31117"/>
                  <a:pt x="14486" y="31117"/>
                </a:cubicBezTo>
                <a:cubicBezTo>
                  <a:pt x="14486" y="31117"/>
                  <a:pt x="28976" y="29828"/>
                  <a:pt x="28976" y="8127"/>
                </a:cubicBezTo>
                <a:cubicBezTo>
                  <a:pt x="25449" y="4357"/>
                  <a:pt x="20407" y="300"/>
                  <a:pt x="144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7"/>
          <p:cNvSpPr/>
          <p:nvPr/>
        </p:nvSpPr>
        <p:spPr>
          <a:xfrm>
            <a:off x="6575500" y="1941900"/>
            <a:ext cx="912996" cy="1955589"/>
          </a:xfrm>
          <a:custGeom>
            <a:rect b="b" l="l" r="r" t="t"/>
            <a:pathLst>
              <a:path extrusionOk="0" h="29610" w="13784">
                <a:moveTo>
                  <a:pt x="13784" y="29609"/>
                </a:moveTo>
                <a:lnTo>
                  <a:pt x="13784" y="1"/>
                </a:lnTo>
                <a:cubicBezTo>
                  <a:pt x="8155" y="289"/>
                  <a:pt x="3356" y="4144"/>
                  <a:pt x="12" y="7735"/>
                </a:cubicBezTo>
                <a:cubicBezTo>
                  <a:pt x="1" y="28384"/>
                  <a:pt x="13784" y="29609"/>
                  <a:pt x="13784" y="2960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7"/>
          <p:cNvSpPr/>
          <p:nvPr/>
        </p:nvSpPr>
        <p:spPr>
          <a:xfrm>
            <a:off x="7482675" y="1941900"/>
            <a:ext cx="912993" cy="1955589"/>
          </a:xfrm>
          <a:custGeom>
            <a:rect b="b" l="l" r="r" t="t"/>
            <a:pathLst>
              <a:path extrusionOk="0" h="29610" w="13778">
                <a:moveTo>
                  <a:pt x="1" y="29609"/>
                </a:moveTo>
                <a:lnTo>
                  <a:pt x="1" y="1"/>
                </a:lnTo>
                <a:cubicBezTo>
                  <a:pt x="5635" y="289"/>
                  <a:pt x="10434" y="4144"/>
                  <a:pt x="13778" y="7735"/>
                </a:cubicBezTo>
                <a:cubicBezTo>
                  <a:pt x="13778" y="28384"/>
                  <a:pt x="1" y="29609"/>
                  <a:pt x="1" y="2960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7"/>
          <p:cNvSpPr/>
          <p:nvPr/>
        </p:nvSpPr>
        <p:spPr>
          <a:xfrm>
            <a:off x="7117082" y="2740152"/>
            <a:ext cx="769329" cy="625314"/>
          </a:xfrm>
          <a:custGeom>
            <a:rect b="b" l="l" r="r" t="t"/>
            <a:pathLst>
              <a:path extrusionOk="0" h="9468" w="11649">
                <a:moveTo>
                  <a:pt x="10860" y="9468"/>
                </a:moveTo>
                <a:lnTo>
                  <a:pt x="783" y="9468"/>
                </a:lnTo>
                <a:cubicBezTo>
                  <a:pt x="352" y="9468"/>
                  <a:pt x="1" y="9117"/>
                  <a:pt x="1" y="8685"/>
                </a:cubicBezTo>
                <a:lnTo>
                  <a:pt x="1" y="784"/>
                </a:lnTo>
                <a:cubicBezTo>
                  <a:pt x="1" y="352"/>
                  <a:pt x="352" y="1"/>
                  <a:pt x="783" y="1"/>
                </a:cubicBezTo>
                <a:lnTo>
                  <a:pt x="10860" y="1"/>
                </a:lnTo>
                <a:cubicBezTo>
                  <a:pt x="11292" y="1"/>
                  <a:pt x="11648" y="352"/>
                  <a:pt x="11648" y="784"/>
                </a:cubicBezTo>
                <a:lnTo>
                  <a:pt x="11648" y="8685"/>
                </a:lnTo>
                <a:cubicBezTo>
                  <a:pt x="11648" y="9117"/>
                  <a:pt x="11292" y="9468"/>
                  <a:pt x="10860" y="946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7"/>
          <p:cNvSpPr/>
          <p:nvPr/>
        </p:nvSpPr>
        <p:spPr>
          <a:xfrm>
            <a:off x="7150976" y="2777596"/>
            <a:ext cx="677662" cy="550419"/>
          </a:xfrm>
          <a:custGeom>
            <a:rect b="b" l="l" r="r" t="t"/>
            <a:pathLst>
              <a:path extrusionOk="0" h="8334" w="10261">
                <a:moveTo>
                  <a:pt x="9570" y="8334"/>
                </a:moveTo>
                <a:lnTo>
                  <a:pt x="691" y="8334"/>
                </a:lnTo>
                <a:cubicBezTo>
                  <a:pt x="311" y="8334"/>
                  <a:pt x="0" y="8029"/>
                  <a:pt x="0" y="7643"/>
                </a:cubicBezTo>
                <a:lnTo>
                  <a:pt x="0" y="691"/>
                </a:lnTo>
                <a:cubicBezTo>
                  <a:pt x="0" y="306"/>
                  <a:pt x="311" y="1"/>
                  <a:pt x="691" y="1"/>
                </a:cubicBezTo>
                <a:lnTo>
                  <a:pt x="9570" y="1"/>
                </a:lnTo>
                <a:cubicBezTo>
                  <a:pt x="9950" y="1"/>
                  <a:pt x="10261" y="306"/>
                  <a:pt x="10261" y="691"/>
                </a:cubicBezTo>
                <a:lnTo>
                  <a:pt x="10261" y="7643"/>
                </a:lnTo>
                <a:cubicBezTo>
                  <a:pt x="10249" y="8029"/>
                  <a:pt x="9950" y="8334"/>
                  <a:pt x="9570" y="833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7"/>
          <p:cNvSpPr/>
          <p:nvPr/>
        </p:nvSpPr>
        <p:spPr>
          <a:xfrm>
            <a:off x="7234188" y="2361463"/>
            <a:ext cx="513150" cy="378570"/>
          </a:xfrm>
          <a:custGeom>
            <a:rect b="b" l="l" r="r" t="t"/>
            <a:pathLst>
              <a:path extrusionOk="0" h="5732" w="7770">
                <a:moveTo>
                  <a:pt x="7752" y="5732"/>
                </a:moveTo>
                <a:lnTo>
                  <a:pt x="6308" y="5732"/>
                </a:lnTo>
                <a:lnTo>
                  <a:pt x="6308" y="3885"/>
                </a:lnTo>
                <a:cubicBezTo>
                  <a:pt x="6308" y="2538"/>
                  <a:pt x="5214" y="1450"/>
                  <a:pt x="3879" y="1450"/>
                </a:cubicBezTo>
                <a:cubicBezTo>
                  <a:pt x="2532" y="1450"/>
                  <a:pt x="1445" y="2544"/>
                  <a:pt x="1445" y="3885"/>
                </a:cubicBezTo>
                <a:lnTo>
                  <a:pt x="1445" y="5732"/>
                </a:lnTo>
                <a:lnTo>
                  <a:pt x="0" y="5732"/>
                </a:lnTo>
                <a:lnTo>
                  <a:pt x="0" y="3885"/>
                </a:lnTo>
                <a:cubicBezTo>
                  <a:pt x="0" y="1738"/>
                  <a:pt x="1738" y="0"/>
                  <a:pt x="3885" y="0"/>
                </a:cubicBezTo>
                <a:cubicBezTo>
                  <a:pt x="6026" y="0"/>
                  <a:pt x="7769" y="1738"/>
                  <a:pt x="7769" y="3885"/>
                </a:cubicBezTo>
                <a:lnTo>
                  <a:pt x="7769" y="573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7"/>
          <p:cNvSpPr/>
          <p:nvPr/>
        </p:nvSpPr>
        <p:spPr>
          <a:xfrm>
            <a:off x="7303334" y="2890463"/>
            <a:ext cx="396849" cy="337952"/>
          </a:xfrm>
          <a:custGeom>
            <a:rect b="b" l="l" r="r" t="t"/>
            <a:pathLst>
              <a:path extrusionOk="0" h="5117" w="6009">
                <a:moveTo>
                  <a:pt x="2694" y="5117"/>
                </a:moveTo>
                <a:lnTo>
                  <a:pt x="1" y="2637"/>
                </a:lnTo>
                <a:lnTo>
                  <a:pt x="1123" y="1422"/>
                </a:lnTo>
                <a:lnTo>
                  <a:pt x="2521" y="2706"/>
                </a:lnTo>
                <a:lnTo>
                  <a:pt x="4720" y="1"/>
                </a:lnTo>
                <a:lnTo>
                  <a:pt x="6009" y="105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7"/>
          <p:cNvSpPr/>
          <p:nvPr/>
        </p:nvSpPr>
        <p:spPr>
          <a:xfrm>
            <a:off x="7869251" y="2480078"/>
            <a:ext cx="628651" cy="628747"/>
          </a:xfrm>
          <a:custGeom>
            <a:rect b="b" l="l" r="r" t="t"/>
            <a:pathLst>
              <a:path extrusionOk="0" h="9520" w="9519">
                <a:moveTo>
                  <a:pt x="9432" y="7689"/>
                </a:moveTo>
                <a:lnTo>
                  <a:pt x="7689" y="9433"/>
                </a:lnTo>
                <a:cubicBezTo>
                  <a:pt x="7602" y="9519"/>
                  <a:pt x="7458" y="9519"/>
                  <a:pt x="7366" y="9433"/>
                </a:cubicBezTo>
                <a:lnTo>
                  <a:pt x="4265" y="6331"/>
                </a:lnTo>
                <a:lnTo>
                  <a:pt x="3027" y="7994"/>
                </a:lnTo>
                <a:cubicBezTo>
                  <a:pt x="2981" y="8057"/>
                  <a:pt x="2895" y="8092"/>
                  <a:pt x="2814" y="8080"/>
                </a:cubicBezTo>
                <a:cubicBezTo>
                  <a:pt x="2728" y="8063"/>
                  <a:pt x="2665" y="8006"/>
                  <a:pt x="2636" y="7931"/>
                </a:cubicBezTo>
                <a:lnTo>
                  <a:pt x="29" y="317"/>
                </a:lnTo>
                <a:cubicBezTo>
                  <a:pt x="0" y="237"/>
                  <a:pt x="23" y="144"/>
                  <a:pt x="87" y="81"/>
                </a:cubicBezTo>
                <a:cubicBezTo>
                  <a:pt x="150" y="18"/>
                  <a:pt x="236" y="1"/>
                  <a:pt x="322" y="24"/>
                </a:cubicBezTo>
                <a:lnTo>
                  <a:pt x="7936" y="2636"/>
                </a:lnTo>
                <a:cubicBezTo>
                  <a:pt x="8017" y="2665"/>
                  <a:pt x="8074" y="2728"/>
                  <a:pt x="8086" y="2815"/>
                </a:cubicBezTo>
                <a:cubicBezTo>
                  <a:pt x="8103" y="2901"/>
                  <a:pt x="8063" y="2982"/>
                  <a:pt x="7999" y="3028"/>
                </a:cubicBezTo>
                <a:lnTo>
                  <a:pt x="6336" y="4265"/>
                </a:lnTo>
                <a:lnTo>
                  <a:pt x="9438" y="7367"/>
                </a:lnTo>
                <a:cubicBezTo>
                  <a:pt x="9519" y="7459"/>
                  <a:pt x="9519" y="7603"/>
                  <a:pt x="9432" y="7689"/>
                </a:cubicBezTo>
                <a:close/>
                <a:moveTo>
                  <a:pt x="7533" y="8949"/>
                </a:moveTo>
                <a:lnTo>
                  <a:pt x="8949" y="7534"/>
                </a:lnTo>
                <a:lnTo>
                  <a:pt x="5818" y="4403"/>
                </a:lnTo>
                <a:cubicBezTo>
                  <a:pt x="5778" y="4357"/>
                  <a:pt x="5749" y="4294"/>
                  <a:pt x="5755" y="4225"/>
                </a:cubicBezTo>
                <a:cubicBezTo>
                  <a:pt x="5761" y="4161"/>
                  <a:pt x="5790" y="4092"/>
                  <a:pt x="5847" y="4058"/>
                </a:cubicBezTo>
                <a:lnTo>
                  <a:pt x="7372" y="2918"/>
                </a:lnTo>
                <a:lnTo>
                  <a:pt x="604" y="605"/>
                </a:lnTo>
                <a:lnTo>
                  <a:pt x="2918" y="7373"/>
                </a:lnTo>
                <a:lnTo>
                  <a:pt x="4057" y="5848"/>
                </a:lnTo>
                <a:cubicBezTo>
                  <a:pt x="4092" y="5796"/>
                  <a:pt x="4161" y="5761"/>
                  <a:pt x="4224" y="5755"/>
                </a:cubicBezTo>
                <a:cubicBezTo>
                  <a:pt x="4288" y="5750"/>
                  <a:pt x="4351" y="5778"/>
                  <a:pt x="4403" y="58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