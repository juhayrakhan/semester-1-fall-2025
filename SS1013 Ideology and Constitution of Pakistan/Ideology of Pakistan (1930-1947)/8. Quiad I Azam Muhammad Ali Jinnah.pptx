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D067E-1889-4876-8F93-196DAC8F6933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2A52C880-EA4E-4F05-81B1-0D81F0F6DBD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9465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D067E-1889-4876-8F93-196DAC8F6933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2C880-EA4E-4F05-81B1-0D81F0F6DBD3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1689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D067E-1889-4876-8F93-196DAC8F6933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2C880-EA4E-4F05-81B1-0D81F0F6DBD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092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D067E-1889-4876-8F93-196DAC8F6933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2C880-EA4E-4F05-81B1-0D81F0F6DBD3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8499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D067E-1889-4876-8F93-196DAC8F6933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2C880-EA4E-4F05-81B1-0D81F0F6DBD3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8485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D067E-1889-4876-8F93-196DAC8F6933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2C880-EA4E-4F05-81B1-0D81F0F6DBD3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0147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D067E-1889-4876-8F93-196DAC8F6933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2C880-EA4E-4F05-81B1-0D81F0F6D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533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D067E-1889-4876-8F93-196DAC8F6933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2C880-EA4E-4F05-81B1-0D81F0F6DBD3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5635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F07D067E-1889-4876-8F93-196DAC8F6933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2C880-EA4E-4F05-81B1-0D81F0F6DBD3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5026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D067E-1889-4876-8F93-196DAC8F6933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2C880-EA4E-4F05-81B1-0D81F0F6DBD3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0668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D067E-1889-4876-8F93-196DAC8F6933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2C880-EA4E-4F05-81B1-0D81F0F6DBD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0611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D067E-1889-4876-8F93-196DAC8F6933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2A52C880-EA4E-4F05-81B1-0D81F0F6DBD3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4441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AB6D2-DB41-4CB8-94B4-2B0CF7AADF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Quaid I Azam Muhammad Ali Jinnah: Life and Struggle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84AA89-9B14-F181-FDCD-080CD06B5FF9}"/>
              </a:ext>
            </a:extLst>
          </p:cNvPr>
          <p:cNvSpPr txBox="1"/>
          <p:nvPr/>
        </p:nvSpPr>
        <p:spPr>
          <a:xfrm>
            <a:off x="8021782" y="5140036"/>
            <a:ext cx="3228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By Muhammad Ajmal Khan</a:t>
            </a:r>
          </a:p>
        </p:txBody>
      </p:sp>
    </p:spTree>
    <p:extLst>
      <p:ext uri="{BB962C8B-B14F-4D97-AF65-F5344CB8AC3E}">
        <p14:creationId xmlns:p14="http://schemas.microsoft.com/office/powerpoint/2010/main" val="2151923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7A15A-3E4E-4B16-899B-ECA450918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88473"/>
            <a:ext cx="9603275" cy="565281"/>
          </a:xfrm>
        </p:spPr>
        <p:txBody>
          <a:bodyPr/>
          <a:lstStyle/>
          <a:p>
            <a:pPr algn="ctr"/>
            <a:r>
              <a:rPr lang="en-US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9DA00-DE77-4A1D-86C4-8862A107E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Muhammad Ali Jinnah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was a Muslim politician and leader of the All India Muslim League who 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founded Pakistan and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served as its first Governor-General. </a:t>
            </a:r>
          </a:p>
          <a:p>
            <a:pPr algn="just"/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 is commonly known in Pakistan as 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Quaid-e-Azam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 </a:t>
            </a:r>
            <a:r>
              <a:rPr lang="en-US" sz="20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Baba-e-</a:t>
            </a:r>
            <a:r>
              <a:rPr lang="en-US" sz="2000" b="1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Qaum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("Father of the Nation.") His birth and death anniversaries are national holidays in Pakistan.</a:t>
            </a:r>
          </a:p>
          <a:p>
            <a:pPr algn="just"/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earliest records of his school register suggest he was born on 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October 20, 1875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but 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Sarojini Naidu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the author of Jinnah's first biography gives the date 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December 25, 1876.</a:t>
            </a:r>
          </a:p>
          <a:p>
            <a:pPr algn="just"/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 is considered as the 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founder of Pakistan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(New homeland for Muslims of India)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4670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C68AD-6FCF-4E17-994A-CDD51592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33055"/>
            <a:ext cx="9603275" cy="620699"/>
          </a:xfrm>
        </p:spPr>
        <p:txBody>
          <a:bodyPr/>
          <a:lstStyle/>
          <a:p>
            <a:pPr algn="ctr"/>
            <a:r>
              <a:rPr lang="en-US" b="1" dirty="0"/>
              <a:t>Political Struggle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305B6-3501-4744-BF88-4340BED07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1896, Jinnah joined the Indian National Congress, which was the largest Indian political organization.</a:t>
            </a:r>
          </a:p>
          <a:p>
            <a:pPr algn="just"/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Gopal Krishna Gokhale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became Jinnah's role model, with Jinnah proclaiming his ambition to become the "Muslim Gokhale".</a:t>
            </a:r>
          </a:p>
          <a:p>
            <a:pPr algn="just"/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Jinnah had initially avoided joining the 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 India Muslim League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founded in 1906, regarding it as too communal. Eventually, he joined the league in 1913 and became the president at the 1916 session in Lucknow.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ringing them together on most issues regarding self-government and presenting a united front to the British.</a:t>
            </a:r>
          </a:p>
          <a:p>
            <a:pPr algn="just"/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1918, Jinnah married his second wife 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Rattanbai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Petit ("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Ruttie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"), twenty-four years his junior.</a:t>
            </a:r>
          </a:p>
          <a:p>
            <a:pPr algn="just"/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Her family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resisted the marriage and later she c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onverted to Islam. Her new name was Maryam.</a:t>
            </a:r>
          </a:p>
          <a:p>
            <a:pPr algn="just"/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couple resided in Bombay, and frequently travelled across India and Europe. She bore Jinnah his only child, daughter 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Dina, in year 1919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Separated in 1927 and she breathed her last in 1929 due to illness.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4131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8A2EE-92F3-477B-9234-0B273153A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60764"/>
            <a:ext cx="9603275" cy="592990"/>
          </a:xfrm>
        </p:spPr>
        <p:txBody>
          <a:bodyPr/>
          <a:lstStyle/>
          <a:p>
            <a:pPr algn="ctr"/>
            <a:r>
              <a:rPr lang="en-US" b="1" dirty="0"/>
              <a:t>The Pakistan Movement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63715-F416-4BDC-882D-D3BF9B500B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Differences between Jinnah and Mahatma Gandhi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Khilafat Movement and the non violent disobedience movement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Swaraj,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Independence)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constitutional struggle could lead to independence </a:t>
            </a:r>
          </a:p>
          <a:p>
            <a:pPr algn="just"/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 1920, Jinnah 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resigned from the Congress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warning that Gandhi's method of mass struggle would lead to divisions between Hindus and Muslims and within the two communities. </a:t>
            </a:r>
          </a:p>
          <a:p>
            <a:pPr algn="just"/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Negotiation with Hindu leaders for the 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constitution in 1927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(Simon Commission)</a:t>
            </a:r>
          </a:p>
          <a:p>
            <a:pPr algn="just"/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League wanted 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separate electorates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while the Nehru Report favored joint electorates.(14 Points)</a:t>
            </a:r>
          </a:p>
          <a:p>
            <a:pPr algn="just"/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 then took charge of the Muslim League and proposed a 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fourteen-point constitutional reform plan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safeguard the political rights of Muslims in a self-governing India.</a:t>
            </a:r>
          </a:p>
        </p:txBody>
      </p:sp>
    </p:spTree>
    <p:extLst>
      <p:ext uri="{BB962C8B-B14F-4D97-AF65-F5344CB8AC3E}">
        <p14:creationId xmlns:p14="http://schemas.microsoft.com/office/powerpoint/2010/main" val="2641437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71342-AD3B-4A24-AAE1-4150EF5CD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74619"/>
            <a:ext cx="9603275" cy="579136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All India Muslim League and Jinnah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8570C-BEDE-4B02-84F5-D807D6DB3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left the politics and membership of AIML after 1932 due to unavoidable circumstances and left for London.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Leaders like Sir Agha Khan, Liaquat Ali Khan and Ch. Rehmat Ali convinced him to come back and join AIML again.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Elections of 1937 and the status of AIML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7550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F6D97-2F0D-4107-BF5E-8FCD89978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74618"/>
            <a:ext cx="9603275" cy="579136"/>
          </a:xfrm>
        </p:spPr>
        <p:txBody>
          <a:bodyPr/>
          <a:lstStyle/>
          <a:p>
            <a:pPr algn="ctr"/>
            <a:r>
              <a:rPr lang="en-US" b="1" dirty="0"/>
              <a:t>The Idea of Pakistan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308F7-E13F-449E-8F4E-E76F83F7D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3450613"/>
          </a:xfrm>
        </p:spPr>
        <p:txBody>
          <a:bodyPr>
            <a:noAutofit/>
          </a:bodyPr>
          <a:lstStyle/>
          <a:p>
            <a:pPr algn="just"/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a speech to the League in 1930, 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Sir Muhammad Iqbal  proposed a separate state for Muslims "northwest India."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US" sz="20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Choudhary </a:t>
            </a:r>
            <a:r>
              <a:rPr lang="en-US" sz="200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Rahmat</a:t>
            </a:r>
            <a:r>
              <a:rPr lang="en-US" sz="20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Ali published a pamphlet in 1933 advocating a state called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"Pakistan". </a:t>
            </a:r>
          </a:p>
          <a:p>
            <a:pPr algn="just"/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Lahore Resolution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the pathway towards the creation of Pakistan.</a:t>
            </a:r>
          </a:p>
          <a:p>
            <a:pPr algn="just"/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Elections of 1946 for the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Constituent Assembly of India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new viceroy Lord Mountbatten and Indian civil servant V. P. Menon proposed a plan that would create a Muslim dominion in West Punjab, East Bengal, Baluchistan and Sindh. </a:t>
            </a:r>
          </a:p>
        </p:txBody>
      </p:sp>
    </p:spTree>
    <p:extLst>
      <p:ext uri="{BB962C8B-B14F-4D97-AF65-F5344CB8AC3E}">
        <p14:creationId xmlns:p14="http://schemas.microsoft.com/office/powerpoint/2010/main" val="4055646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EF75A-F741-46EF-9ABF-AED4E6243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83111"/>
            <a:ext cx="9603275" cy="570644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cs typeface="Times New Roman" panose="02020603050405020304" pitchFamily="18" charset="0"/>
              </a:rPr>
              <a:t>Services of Jinnah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97EFB-1100-40FD-B23D-AD65AD13C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played the role of mass mobilizer (Muslims were disorganized)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Provided leadership to Indian Muslims (Vacuum of leadership after Sir Syed Ahmad)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Transformed Muslim League into a mass party (Enticed the support of feudal, ulema, women, students and lawyers)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Jinnah’s anti imperialist role (opposed draconian laws)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Views of Stanley Wolpert: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 individuals significantly alter the course of history, still very few change the map of the World; hardly anyone can be created with creating a nation-state. Muhammad Ali Jinnah did all three.”</a:t>
            </a:r>
          </a:p>
        </p:txBody>
      </p:sp>
    </p:spTree>
    <p:extLst>
      <p:ext uri="{BB962C8B-B14F-4D97-AF65-F5344CB8AC3E}">
        <p14:creationId xmlns:p14="http://schemas.microsoft.com/office/powerpoint/2010/main" val="2352812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745ED-F454-4EFE-AC10-A862914D9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60764"/>
            <a:ext cx="9603275" cy="592990"/>
          </a:xfrm>
        </p:spPr>
        <p:txBody>
          <a:bodyPr/>
          <a:lstStyle/>
          <a:p>
            <a:pPr algn="ctr"/>
            <a:r>
              <a:rPr lang="en-US" b="1" dirty="0"/>
              <a:t>The new homeland “Pakistan”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E1ECF-3BA8-4E42-91C8-DC1141CA7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Pakistan got its independence in 1947 under the leadership of Muhammad Ali Jinnah</a:t>
            </a:r>
          </a:p>
          <a:p>
            <a:pPr algn="just"/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Muhammad Ali Jinnah became the first Governor-General of Pakistan and president of its constituent assembly.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Pakistan and its recognition at the United Nation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Jinnah and the Princely States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Refuges problems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future constitution</a:t>
            </a:r>
          </a:p>
          <a:p>
            <a:pPr algn="just"/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Jinnah died due to lung cancer on September 11, 1948.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000187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273</TotalTime>
  <Words>732</Words>
  <Application>Microsoft Office PowerPoint</Application>
  <PresentationFormat>Widescreen</PresentationFormat>
  <Paragraphs>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Gill Sans MT</vt:lpstr>
      <vt:lpstr>Times New Roman</vt:lpstr>
      <vt:lpstr>Gallery</vt:lpstr>
      <vt:lpstr>Quaid I Azam Muhammad Ali Jinnah: Life and Struggle</vt:lpstr>
      <vt:lpstr>Introduction</vt:lpstr>
      <vt:lpstr>Political Struggle</vt:lpstr>
      <vt:lpstr>The Pakistan Movement</vt:lpstr>
      <vt:lpstr>All India Muslim League and Jinnah</vt:lpstr>
      <vt:lpstr>The Idea of Pakistan</vt:lpstr>
      <vt:lpstr>Services of Jinnah</vt:lpstr>
      <vt:lpstr>The new homeland “Pakistan”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Quiad I Azam Muhammad Ali Jinnah: Life and Struggle</dc:title>
  <dc:creator>Hafiz Computer CC</dc:creator>
  <cp:lastModifiedBy>Hafiz Computer CC</cp:lastModifiedBy>
  <cp:revision>6</cp:revision>
  <dcterms:created xsi:type="dcterms:W3CDTF">2022-03-29T05:09:31Z</dcterms:created>
  <dcterms:modified xsi:type="dcterms:W3CDTF">2023-02-22T06:24:46Z</dcterms:modified>
</cp:coreProperties>
</file>